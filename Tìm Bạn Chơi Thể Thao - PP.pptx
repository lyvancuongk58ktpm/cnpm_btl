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</p:sldIdLst>
  <p:sldSz cx="14630400" cy="8229600"/>
  <p:notesSz cx="14630400" cy="82296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66" d="100"/>
          <a:sy n="66" d="100"/>
        </p:scale>
        <p:origin x="792" y="5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6" Type="http://schemas.openxmlformats.org/officeDocument/2006/relationships/tableStyles" Target="tableStyles.xml"/><Relationship Id="rId25" Type="http://schemas.openxmlformats.org/officeDocument/2006/relationships/viewProps" Target="viewProps.xml"/><Relationship Id="rId24" Type="http://schemas.openxmlformats.org/officeDocument/2006/relationships/presProps" Target="presProps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12483" y="240740"/>
            <a:ext cx="5225415" cy="84101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650" b="1" i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194560" y="4608576"/>
            <a:ext cx="10241280" cy="20574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000" b="1" i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650" b="1" i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3000" b="1" i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650" b="1" i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731520" y="1892808"/>
            <a:ext cx="6364224" cy="543153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7534656" y="1892808"/>
            <a:ext cx="6364224" cy="543153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650" b="1" i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7" Type="http://schemas.openxmlformats.org/officeDocument/2006/relationships/theme" Target="../theme/theme1.xml"/><Relationship Id="rId6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12897664" y="7803780"/>
            <a:ext cx="1606190" cy="301128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87044" y="634923"/>
            <a:ext cx="7817523" cy="11445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650" b="1" i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771525" y="2099945"/>
            <a:ext cx="6434455" cy="48641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000" b="1" i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974336" y="7653528"/>
            <a:ext cx="4681728" cy="4114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731520" y="7653528"/>
            <a:ext cx="3364992" cy="4114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0533888" y="7653528"/>
            <a:ext cx="3364992" cy="4114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jpe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.jpeg"/></Relationships>
</file>

<file path=ppt/slides/_rels/slide7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image" Target="../media/image6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1" Type="http://schemas.openxmlformats.org/officeDocument/2006/relationships/image" Target="../media/image11.jpe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13.jpeg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4.xml"/><Relationship Id="rId3" Type="http://schemas.openxmlformats.org/officeDocument/2006/relationships/image" Target="../media/image16.jpeg"/><Relationship Id="rId2" Type="http://schemas.openxmlformats.org/officeDocument/2006/relationships/image" Target="../media/image15.jpeg"/><Relationship Id="rId1" Type="http://schemas.openxmlformats.org/officeDocument/2006/relationships/image" Target="../media/image14.jpe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17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9.jpeg"/><Relationship Id="rId1" Type="http://schemas.openxmlformats.org/officeDocument/2006/relationships/image" Target="../media/image18.jpe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20.jpe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1.jpe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2.jpeg"/></Relationships>
</file>

<file path=ppt/slides/_rels/slide16.xml.rels><?xml version="1.0" encoding="UTF-8" standalone="yes"?>
<Relationships xmlns="http://schemas.openxmlformats.org/package/2006/relationships"><Relationship Id="rId9" Type="http://schemas.openxmlformats.org/officeDocument/2006/relationships/image" Target="../media/image31.jpeg"/><Relationship Id="rId8" Type="http://schemas.openxmlformats.org/officeDocument/2006/relationships/image" Target="../media/image30.jpeg"/><Relationship Id="rId7" Type="http://schemas.openxmlformats.org/officeDocument/2006/relationships/image" Target="../media/image29.jpeg"/><Relationship Id="rId6" Type="http://schemas.openxmlformats.org/officeDocument/2006/relationships/image" Target="../media/image28.jpeg"/><Relationship Id="rId5" Type="http://schemas.openxmlformats.org/officeDocument/2006/relationships/image" Target="../media/image27.jpeg"/><Relationship Id="rId4" Type="http://schemas.openxmlformats.org/officeDocument/2006/relationships/image" Target="../media/image26.jpeg"/><Relationship Id="rId3" Type="http://schemas.openxmlformats.org/officeDocument/2006/relationships/image" Target="../media/image25.jpeg"/><Relationship Id="rId2" Type="http://schemas.openxmlformats.org/officeDocument/2006/relationships/image" Target="../media/image24.jpeg"/><Relationship Id="rId13" Type="http://schemas.openxmlformats.org/officeDocument/2006/relationships/slideLayout" Target="../slideLayouts/slideLayout1.xml"/><Relationship Id="rId12" Type="http://schemas.openxmlformats.org/officeDocument/2006/relationships/image" Target="../media/image34.jpeg"/><Relationship Id="rId11" Type="http://schemas.openxmlformats.org/officeDocument/2006/relationships/image" Target="../media/image33.jpeg"/><Relationship Id="rId10" Type="http://schemas.openxmlformats.org/officeDocument/2006/relationships/image" Target="../media/image32.jpeg"/><Relationship Id="rId1" Type="http://schemas.openxmlformats.org/officeDocument/2006/relationships/image" Target="../media/image23.jpe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5.jpeg"/></Relationships>
</file>

<file path=ppt/slides/_rels/slide18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39.png"/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image" Target="../media/image36.jpeg"/></Relationships>
</file>

<file path=ppt/slides/_rels/slide19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43.png"/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image" Target="../media/image40.jpe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40.jpeg"/><Relationship Id="rId1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6198273" y="773392"/>
            <a:ext cx="7455534" cy="29960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5080">
              <a:lnSpc>
                <a:spcPts val="5850"/>
              </a:lnSpc>
            </a:pPr>
            <a:r>
              <a:rPr lang="vi-VN" sz="4650" b="1" spc="-160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BÀI TẬP LỚN CÔNG NGHỆ PHẦN MỀM </a:t>
            </a:r>
            <a:r>
              <a:rPr sz="4650" spc="-340" dirty="0">
                <a:solidFill>
                  <a:srgbClr val="020202"/>
                </a:solidFill>
                <a:latin typeface="Arial" panose="020B0604020202020204"/>
                <a:cs typeface="Arial" panose="020B0604020202020204"/>
              </a:rPr>
              <a:t>Ứ</a:t>
            </a:r>
            <a:r>
              <a:rPr sz="4650" b="1" spc="-340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NG </a:t>
            </a:r>
            <a:r>
              <a:rPr sz="4650" b="1" spc="-365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D</a:t>
            </a:r>
            <a:r>
              <a:rPr sz="4650" spc="-365" dirty="0">
                <a:solidFill>
                  <a:srgbClr val="020202"/>
                </a:solidFill>
                <a:latin typeface="Arial" panose="020B0604020202020204"/>
                <a:cs typeface="Arial" panose="020B0604020202020204"/>
              </a:rPr>
              <a:t>Ụ</a:t>
            </a:r>
            <a:r>
              <a:rPr sz="4650" b="1" spc="-365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NG</a:t>
            </a:r>
            <a:r>
              <a:rPr sz="4650" b="1" spc="75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4650" b="1" spc="-35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TÌM</a:t>
            </a:r>
            <a:r>
              <a:rPr sz="4650" b="1" spc="-260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4650" b="1" spc="-30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B</a:t>
            </a:r>
            <a:r>
              <a:rPr sz="4650" spc="-30" dirty="0">
                <a:solidFill>
                  <a:srgbClr val="020202"/>
                </a:solidFill>
                <a:latin typeface="Arial" panose="020B0604020202020204"/>
                <a:cs typeface="Arial" panose="020B0604020202020204"/>
              </a:rPr>
              <a:t>Ạ</a:t>
            </a:r>
            <a:r>
              <a:rPr sz="4650" b="1" spc="-30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N</a:t>
            </a:r>
            <a:r>
              <a:rPr sz="4650" b="1" spc="-200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4650" b="1" spc="-20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CH</a:t>
            </a:r>
            <a:r>
              <a:rPr sz="4650" spc="-20" dirty="0">
                <a:solidFill>
                  <a:srgbClr val="020202"/>
                </a:solidFill>
                <a:latin typeface="Arial" panose="020B0604020202020204"/>
                <a:cs typeface="Arial" panose="020B0604020202020204"/>
              </a:rPr>
              <a:t>Ơ</a:t>
            </a:r>
            <a:r>
              <a:rPr sz="4650" b="1" spc="-20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I </a:t>
            </a:r>
            <a:r>
              <a:rPr sz="4650" b="1" spc="-30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TH</a:t>
            </a:r>
            <a:r>
              <a:rPr sz="4650" spc="-30" dirty="0">
                <a:solidFill>
                  <a:srgbClr val="020202"/>
                </a:solidFill>
                <a:latin typeface="Arial" panose="020B0604020202020204"/>
                <a:cs typeface="Arial" panose="020B0604020202020204"/>
              </a:rPr>
              <a:t>Ể</a:t>
            </a:r>
            <a:r>
              <a:rPr sz="4650" spc="-275" dirty="0">
                <a:solidFill>
                  <a:srgbClr val="020202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4650" b="1" spc="-20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THAO</a:t>
            </a:r>
            <a:endParaRPr sz="4650" dirty="0">
              <a:latin typeface="Palatino Linotype" panose="02040502050505030304"/>
              <a:cs typeface="Palatino Linotype" panose="02040502050505030304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267487" y="4126115"/>
            <a:ext cx="1061085" cy="749300"/>
          </a:xfrm>
          <a:prstGeom prst="rect">
            <a:avLst/>
          </a:prstGeom>
        </p:spPr>
        <p:txBody>
          <a:bodyPr vert="horz" wrap="square" lIns="0" tIns="10795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50"/>
              </a:spcBef>
            </a:pPr>
            <a:r>
              <a:rPr sz="1750" b="1" spc="-1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GVHD:</a:t>
            </a:r>
            <a:endParaRPr sz="1750">
              <a:latin typeface="Century Gothic" panose="020B0502020202020204"/>
              <a:cs typeface="Century Gothic" panose="020B0502020202020204"/>
            </a:endParaRPr>
          </a:p>
          <a:p>
            <a:pPr marL="12700">
              <a:lnSpc>
                <a:spcPct val="100000"/>
              </a:lnSpc>
              <a:spcBef>
                <a:spcPts val="750"/>
              </a:spcBef>
            </a:pPr>
            <a:r>
              <a:rPr sz="1750" b="1" spc="5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Sinh</a:t>
            </a:r>
            <a:r>
              <a:rPr sz="1750" b="1" spc="-7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-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viên:</a:t>
            </a:r>
            <a:endParaRPr sz="1750">
              <a:latin typeface="Century Gothic" panose="020B0502020202020204"/>
              <a:cs typeface="Century Gothic" panose="020B0502020202020204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309926" y="5682363"/>
            <a:ext cx="497205" cy="292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50" b="1" spc="-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L</a:t>
            </a:r>
            <a:r>
              <a:rPr sz="1750" spc="-2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ớ</a:t>
            </a:r>
            <a:r>
              <a:rPr sz="1750" b="1" spc="-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p:</a:t>
            </a:r>
            <a:endParaRPr sz="1750" dirty="0">
              <a:latin typeface="Century Gothic" panose="020B0502020202020204"/>
              <a:cs typeface="Century Gothic" panose="020B0502020202020204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7594003" y="4126115"/>
            <a:ext cx="2510790" cy="184063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5725" marR="5080" indent="-73660">
              <a:lnSpc>
                <a:spcPct val="136000"/>
              </a:lnSpc>
              <a:spcBef>
                <a:spcPts val="100"/>
              </a:spcBef>
            </a:pPr>
            <a:r>
              <a:rPr sz="1750" b="1" spc="10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ThS.</a:t>
            </a:r>
            <a:r>
              <a:rPr sz="1750" b="1" spc="-8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-1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Nguy</a:t>
            </a:r>
            <a:r>
              <a:rPr sz="1750" spc="-1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ễ</a:t>
            </a:r>
            <a:r>
              <a:rPr sz="1750" b="1" spc="-1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n</a:t>
            </a:r>
            <a:r>
              <a:rPr sz="1750" b="1" spc="-7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10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Th</a:t>
            </a:r>
            <a:r>
              <a:rPr sz="1750" spc="105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ị</a:t>
            </a:r>
            <a:r>
              <a:rPr sz="1750" spc="-75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750" b="1" spc="-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H</a:t>
            </a:r>
            <a:r>
              <a:rPr sz="1750" spc="-2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ươ</a:t>
            </a:r>
            <a:r>
              <a:rPr sz="1750" b="1" spc="-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ng</a:t>
            </a:r>
            <a:endParaRPr lang="vi-VN" sz="1750" b="1" spc="-20" dirty="0">
              <a:solidFill>
                <a:srgbClr val="383838"/>
              </a:solidFill>
              <a:latin typeface="Century Gothic" panose="020B0502020202020204"/>
              <a:cs typeface="Century Gothic" panose="020B0502020202020204"/>
            </a:endParaRPr>
          </a:p>
          <a:p>
            <a:pPr marL="85725" marR="5080" indent="-73660">
              <a:lnSpc>
                <a:spcPct val="136000"/>
              </a:lnSpc>
              <a:spcBef>
                <a:spcPts val="100"/>
              </a:spcBef>
            </a:pPr>
            <a:r>
              <a:rPr lang="vi-VN" sz="1750" b="1" spc="-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Lê Tuấn Anh</a:t>
            </a:r>
            <a:endParaRPr lang="vi-VN" sz="1750" b="1" spc="-20" dirty="0">
              <a:solidFill>
                <a:srgbClr val="383838"/>
              </a:solidFill>
              <a:latin typeface="Century Gothic" panose="020B0502020202020204"/>
              <a:cs typeface="Century Gothic" panose="020B0502020202020204"/>
            </a:endParaRPr>
          </a:p>
          <a:p>
            <a:pPr marL="85725" marR="5080" indent="-73660">
              <a:lnSpc>
                <a:spcPct val="136000"/>
              </a:lnSpc>
              <a:spcBef>
                <a:spcPts val="100"/>
              </a:spcBef>
            </a:pPr>
            <a:r>
              <a:rPr lang="vi-VN" sz="1750" b="1" spc="-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Vũ Việt Anh</a:t>
            </a:r>
            <a:endParaRPr lang="vi-VN" sz="1750" dirty="0">
              <a:latin typeface="Century Gothic" panose="020B0502020202020204"/>
              <a:cs typeface="Century Gothic" panose="020B0502020202020204"/>
            </a:endParaRPr>
          </a:p>
          <a:p>
            <a:pPr marL="85725" marR="5080" indent="-73660">
              <a:lnSpc>
                <a:spcPct val="136000"/>
              </a:lnSpc>
              <a:spcBef>
                <a:spcPts val="100"/>
              </a:spcBef>
            </a:pPr>
            <a:r>
              <a:rPr sz="1750" b="1" spc="114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Lý</a:t>
            </a:r>
            <a:r>
              <a:rPr sz="1750" b="1" spc="-8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-4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Văn</a:t>
            </a:r>
            <a:r>
              <a:rPr sz="1750" b="1" spc="-7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-3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C</a:t>
            </a:r>
            <a:r>
              <a:rPr sz="1750" spc="-35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ườ</a:t>
            </a:r>
            <a:r>
              <a:rPr sz="1750" b="1" spc="-3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ng</a:t>
            </a:r>
            <a:endParaRPr lang="vi-VN" sz="1750" b="1" spc="-35" dirty="0">
              <a:solidFill>
                <a:srgbClr val="383838"/>
              </a:solidFill>
              <a:latin typeface="Century Gothic" panose="020B0502020202020204"/>
              <a:cs typeface="Century Gothic" panose="020B0502020202020204"/>
            </a:endParaRPr>
          </a:p>
          <a:p>
            <a:pPr marL="85725" marR="5080" indent="-73660">
              <a:lnSpc>
                <a:spcPct val="136000"/>
              </a:lnSpc>
              <a:spcBef>
                <a:spcPts val="100"/>
              </a:spcBef>
            </a:pPr>
            <a:r>
              <a:rPr sz="1750" b="1" spc="11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K58KTP</a:t>
            </a:r>
            <a:endParaRPr sz="1750" dirty="0">
              <a:latin typeface="Century Gothic" panose="020B0502020202020204"/>
              <a:cs typeface="Century Gothic" panose="020B0502020202020204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761"/>
            <a:ext cx="14630400" cy="8228965"/>
            <a:chOff x="0" y="761"/>
            <a:chExt cx="14630400" cy="8228965"/>
          </a:xfrm>
        </p:grpSpPr>
        <p:sp>
          <p:nvSpPr>
            <p:cNvPr id="8" name="object 8"/>
            <p:cNvSpPr/>
            <p:nvPr/>
          </p:nvSpPr>
          <p:spPr>
            <a:xfrm>
              <a:off x="0" y="7735823"/>
              <a:ext cx="14630400" cy="494030"/>
            </a:xfrm>
            <a:custGeom>
              <a:avLst/>
              <a:gdLst/>
              <a:ahLst/>
              <a:cxnLst/>
              <a:rect l="l" t="t" r="r" b="b"/>
              <a:pathLst>
                <a:path w="14630400" h="494029">
                  <a:moveTo>
                    <a:pt x="14630400" y="493775"/>
                  </a:moveTo>
                  <a:lnTo>
                    <a:pt x="0" y="493775"/>
                  </a:lnTo>
                  <a:lnTo>
                    <a:pt x="0" y="91440"/>
                  </a:lnTo>
                  <a:lnTo>
                    <a:pt x="7102" y="55881"/>
                  </a:lnTo>
                  <a:lnTo>
                    <a:pt x="26431" y="26908"/>
                  </a:lnTo>
                  <a:lnTo>
                    <a:pt x="55024" y="7340"/>
                  </a:lnTo>
                  <a:lnTo>
                    <a:pt x="89916" y="0"/>
                  </a:lnTo>
                  <a:lnTo>
                    <a:pt x="14630400" y="0"/>
                  </a:lnTo>
                  <a:lnTo>
                    <a:pt x="14630400" y="493775"/>
                  </a:lnTo>
                  <a:close/>
                </a:path>
              </a:pathLst>
            </a:custGeom>
            <a:solidFill>
              <a:srgbClr val="F1EDED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761" y="761"/>
              <a:ext cx="14629130" cy="8228330"/>
            </a:xfrm>
            <a:custGeom>
              <a:avLst/>
              <a:gdLst/>
              <a:ahLst/>
              <a:cxnLst/>
              <a:rect l="l" t="t" r="r" b="b"/>
              <a:pathLst>
                <a:path w="14629130" h="8228330">
                  <a:moveTo>
                    <a:pt x="0" y="0"/>
                  </a:moveTo>
                  <a:lnTo>
                    <a:pt x="14628876" y="0"/>
                  </a:lnTo>
                  <a:lnTo>
                    <a:pt x="14628876" y="8228076"/>
                  </a:lnTo>
                  <a:lnTo>
                    <a:pt x="0" y="8228076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427355" rIns="0" bIns="0" rtlCol="0">
            <a:spAutoFit/>
          </a:bodyPr>
          <a:lstStyle/>
          <a:p>
            <a:pPr marL="244475">
              <a:lnSpc>
                <a:spcPct val="100000"/>
              </a:lnSpc>
              <a:spcBef>
                <a:spcPts val="95"/>
              </a:spcBef>
            </a:pPr>
            <a:r>
              <a:rPr sz="4300" dirty="0"/>
              <a:t>T</a:t>
            </a:r>
            <a:r>
              <a:rPr sz="4300" b="0" dirty="0">
                <a:latin typeface="Arial" panose="020B0604020202020204"/>
                <a:cs typeface="Arial" panose="020B0604020202020204"/>
              </a:rPr>
              <a:t>ổ</a:t>
            </a:r>
            <a:r>
              <a:rPr sz="4300" dirty="0"/>
              <a:t>ng</a:t>
            </a:r>
            <a:r>
              <a:rPr sz="4300" spc="245" dirty="0"/>
              <a:t> </a:t>
            </a:r>
            <a:r>
              <a:rPr sz="4300" spc="50" dirty="0"/>
              <a:t>quan</a:t>
            </a:r>
            <a:endParaRPr sz="43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391718" rIns="0" bIns="0" rtlCol="0">
            <a:spAutoFit/>
          </a:bodyPr>
          <a:lstStyle/>
          <a:p>
            <a:pPr marL="459740" indent="-373380">
              <a:lnSpc>
                <a:spcPct val="100000"/>
              </a:lnSpc>
              <a:spcBef>
                <a:spcPts val="100"/>
              </a:spcBef>
              <a:buAutoNum type="arabicPeriod"/>
              <a:tabLst>
                <a:tab pos="460375" algn="l"/>
              </a:tabLst>
            </a:pPr>
            <a:r>
              <a:rPr b="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Khảo</a:t>
            </a:r>
            <a:r>
              <a:rPr b="0" spc="-5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b="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sát</a:t>
            </a:r>
            <a:r>
              <a:rPr b="0" spc="-4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b="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hệ</a:t>
            </a:r>
            <a:r>
              <a:rPr b="0" spc="-4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b="0" spc="-2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thống</a:t>
            </a:r>
            <a:endParaRPr b="0" spc="-20" dirty="0">
              <a:solidFill>
                <a:srgbClr val="000000"/>
              </a:solidFill>
              <a:latin typeface="Calibri" panose="020F0502020204030204"/>
              <a:cs typeface="Calibri" panose="020F0502020204030204"/>
            </a:endParaRPr>
          </a:p>
          <a:p>
            <a:pPr marL="459740" indent="-373380">
              <a:lnSpc>
                <a:spcPct val="100000"/>
              </a:lnSpc>
              <a:spcBef>
                <a:spcPts val="3320"/>
              </a:spcBef>
              <a:buAutoNum type="arabicPeriod"/>
              <a:tabLst>
                <a:tab pos="460375" algn="l"/>
              </a:tabLst>
            </a:pPr>
            <a:r>
              <a:rPr b="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Phân</a:t>
            </a:r>
            <a:r>
              <a:rPr b="0" spc="-15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b="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tích</a:t>
            </a:r>
            <a:r>
              <a:rPr b="0" spc="-15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b="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hệ</a:t>
            </a:r>
            <a:r>
              <a:rPr b="0" spc="-15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b="0" spc="-2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thống</a:t>
            </a:r>
            <a:endParaRPr b="0" spc="-20" dirty="0">
              <a:solidFill>
                <a:srgbClr val="000000"/>
              </a:solidFill>
              <a:latin typeface="Calibri" panose="020F0502020204030204"/>
              <a:cs typeface="Calibri" panose="020F0502020204030204"/>
            </a:endParaRPr>
          </a:p>
          <a:p>
            <a:pPr marL="483870" indent="-373380">
              <a:lnSpc>
                <a:spcPct val="100000"/>
              </a:lnSpc>
              <a:spcBef>
                <a:spcPts val="3470"/>
              </a:spcBef>
              <a:buAutoNum type="arabicPeriod"/>
              <a:tabLst>
                <a:tab pos="484505" algn="l"/>
              </a:tabLst>
            </a:pPr>
            <a:r>
              <a:rPr b="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Thiết</a:t>
            </a:r>
            <a:r>
              <a:rPr b="0" spc="-5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b="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kế</a:t>
            </a:r>
            <a:r>
              <a:rPr b="0" spc="-5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b="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hệ</a:t>
            </a:r>
            <a:r>
              <a:rPr b="0" spc="-5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b="0" spc="-2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thống</a:t>
            </a:r>
            <a:endParaRPr b="0" spc="-20" dirty="0">
              <a:solidFill>
                <a:srgbClr val="000000"/>
              </a:solidFill>
              <a:latin typeface="Calibri" panose="020F0502020204030204"/>
              <a:cs typeface="Calibri" panose="020F0502020204030204"/>
            </a:endParaRPr>
          </a:p>
          <a:p>
            <a:pPr marL="483870" indent="-373380">
              <a:lnSpc>
                <a:spcPct val="100000"/>
              </a:lnSpc>
              <a:spcBef>
                <a:spcPts val="3470"/>
              </a:spcBef>
              <a:buAutoNum type="arabicPeriod"/>
              <a:tabLst>
                <a:tab pos="484505" algn="l"/>
              </a:tabLst>
            </a:pPr>
            <a:r>
              <a:rPr b="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Cài</a:t>
            </a:r>
            <a:r>
              <a:rPr b="0" spc="-45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b="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đặt</a:t>
            </a:r>
            <a:r>
              <a:rPr b="0" spc="-45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b="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và</a:t>
            </a:r>
            <a:r>
              <a:rPr b="0" spc="-45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b="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kiểm</a:t>
            </a:r>
            <a:r>
              <a:rPr b="0" spc="-45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b="0" spc="-25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thử</a:t>
            </a:r>
            <a:endParaRPr b="0" spc="-25" dirty="0">
              <a:solidFill>
                <a:srgbClr val="000000"/>
              </a:solidFill>
              <a:latin typeface="Calibri" panose="020F0502020204030204"/>
              <a:cs typeface="Calibri" panose="020F0502020204030204"/>
            </a:endParaRPr>
          </a:p>
          <a:p>
            <a:pPr marL="459740" indent="-373380">
              <a:lnSpc>
                <a:spcPct val="100000"/>
              </a:lnSpc>
              <a:spcBef>
                <a:spcPts val="3320"/>
              </a:spcBef>
              <a:buAutoNum type="arabicPeriod"/>
              <a:tabLst>
                <a:tab pos="460375" algn="l"/>
              </a:tabLst>
            </a:pPr>
            <a:r>
              <a:rPr b="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Nhận</a:t>
            </a:r>
            <a:r>
              <a:rPr b="0" spc="-6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b="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xét</a:t>
            </a:r>
            <a:r>
              <a:rPr b="0" spc="-6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b="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đánh</a:t>
            </a:r>
            <a:r>
              <a:rPr b="0" spc="-55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b="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giá</a:t>
            </a:r>
            <a:r>
              <a:rPr b="0" spc="-65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b="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và</a:t>
            </a:r>
            <a:r>
              <a:rPr b="0" spc="-6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b="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hướng</a:t>
            </a:r>
            <a:r>
              <a:rPr b="0" spc="-65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b="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phát</a:t>
            </a:r>
            <a:r>
              <a:rPr b="0" spc="-55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b="0" spc="-1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triển</a:t>
            </a:r>
            <a:endParaRPr b="0" spc="-10" dirty="0">
              <a:solidFill>
                <a:srgbClr val="000000"/>
              </a:solidFill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761"/>
            <a:ext cx="14630400" cy="8228965"/>
            <a:chOff x="0" y="761"/>
            <a:chExt cx="14630400" cy="8228965"/>
          </a:xfrm>
        </p:grpSpPr>
        <p:sp>
          <p:nvSpPr>
            <p:cNvPr id="5" name="object 5"/>
            <p:cNvSpPr/>
            <p:nvPr/>
          </p:nvSpPr>
          <p:spPr>
            <a:xfrm>
              <a:off x="0" y="7735823"/>
              <a:ext cx="14630400" cy="494030"/>
            </a:xfrm>
            <a:custGeom>
              <a:avLst/>
              <a:gdLst/>
              <a:ahLst/>
              <a:cxnLst/>
              <a:rect l="l" t="t" r="r" b="b"/>
              <a:pathLst>
                <a:path w="14630400" h="494029">
                  <a:moveTo>
                    <a:pt x="14630400" y="493775"/>
                  </a:moveTo>
                  <a:lnTo>
                    <a:pt x="0" y="493775"/>
                  </a:lnTo>
                  <a:lnTo>
                    <a:pt x="0" y="91440"/>
                  </a:lnTo>
                  <a:lnTo>
                    <a:pt x="7102" y="55881"/>
                  </a:lnTo>
                  <a:lnTo>
                    <a:pt x="26431" y="26908"/>
                  </a:lnTo>
                  <a:lnTo>
                    <a:pt x="55024" y="7340"/>
                  </a:lnTo>
                  <a:lnTo>
                    <a:pt x="89916" y="0"/>
                  </a:lnTo>
                  <a:lnTo>
                    <a:pt x="14630400" y="0"/>
                  </a:lnTo>
                  <a:lnTo>
                    <a:pt x="14630400" y="493775"/>
                  </a:lnTo>
                  <a:close/>
                </a:path>
              </a:pathLst>
            </a:custGeom>
            <a:solidFill>
              <a:srgbClr val="F1EDED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761" y="761"/>
              <a:ext cx="14629130" cy="8228330"/>
            </a:xfrm>
            <a:custGeom>
              <a:avLst/>
              <a:gdLst/>
              <a:ahLst/>
              <a:cxnLst/>
              <a:rect l="l" t="t" r="r" b="b"/>
              <a:pathLst>
                <a:path w="14629130" h="8228330">
                  <a:moveTo>
                    <a:pt x="0" y="0"/>
                  </a:moveTo>
                  <a:lnTo>
                    <a:pt x="14628876" y="0"/>
                  </a:lnTo>
                  <a:lnTo>
                    <a:pt x="14628876" y="8228076"/>
                  </a:lnTo>
                  <a:lnTo>
                    <a:pt x="0" y="8228076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8234171" y="0"/>
            <a:ext cx="6396228" cy="8135111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300" dirty="0"/>
              <a:t>Kh</a:t>
            </a:r>
            <a:r>
              <a:rPr sz="4300" b="0" dirty="0">
                <a:latin typeface="Arial" panose="020B0604020202020204"/>
                <a:cs typeface="Arial" panose="020B0604020202020204"/>
              </a:rPr>
              <a:t>ả</a:t>
            </a:r>
            <a:r>
              <a:rPr sz="4300" dirty="0"/>
              <a:t>o</a:t>
            </a:r>
            <a:r>
              <a:rPr sz="4300" spc="80" dirty="0"/>
              <a:t> </a:t>
            </a:r>
            <a:r>
              <a:rPr sz="4300" spc="175" dirty="0"/>
              <a:t>sát</a:t>
            </a:r>
            <a:r>
              <a:rPr sz="4300" spc="85" dirty="0"/>
              <a:t> </a:t>
            </a:r>
            <a:r>
              <a:rPr sz="4300" spc="50" dirty="0"/>
              <a:t>h</a:t>
            </a:r>
            <a:r>
              <a:rPr sz="4300" b="0" spc="50" dirty="0">
                <a:latin typeface="Arial" panose="020B0604020202020204"/>
                <a:cs typeface="Arial" panose="020B0604020202020204"/>
              </a:rPr>
              <a:t>ệ</a:t>
            </a:r>
            <a:r>
              <a:rPr sz="4300" b="0" spc="-35" dirty="0">
                <a:latin typeface="Arial" panose="020B0604020202020204"/>
                <a:cs typeface="Arial" panose="020B0604020202020204"/>
              </a:rPr>
              <a:t> </a:t>
            </a:r>
            <a:r>
              <a:rPr sz="4300" spc="95" dirty="0"/>
              <a:t>th</a:t>
            </a:r>
            <a:r>
              <a:rPr sz="4300" b="0" spc="95" dirty="0">
                <a:latin typeface="Arial" panose="020B0604020202020204"/>
                <a:cs typeface="Arial" panose="020B0604020202020204"/>
              </a:rPr>
              <a:t>ố</a:t>
            </a:r>
            <a:r>
              <a:rPr sz="4300" spc="95" dirty="0"/>
              <a:t>ng</a:t>
            </a:r>
            <a:endParaRPr sz="43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821055" y="1781175"/>
            <a:ext cx="5436235" cy="3759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b="1" spc="10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Th</a:t>
            </a:r>
            <a:r>
              <a:rPr sz="3000" spc="105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ự</a:t>
            </a:r>
            <a:r>
              <a:rPr sz="3000" b="1" spc="10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c</a:t>
            </a:r>
            <a:r>
              <a:rPr sz="3000" b="1" spc="-14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3000" b="1" spc="1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Tr</a:t>
            </a:r>
            <a:r>
              <a:rPr sz="3000" spc="12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ạ</a:t>
            </a:r>
            <a:r>
              <a:rPr sz="3000" b="1" spc="1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ng</a:t>
            </a:r>
            <a:r>
              <a:rPr sz="3000" b="1" spc="-13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3000" b="1" spc="28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&amp;</a:t>
            </a:r>
            <a:r>
              <a:rPr sz="3000" b="1" spc="-13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300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V</a:t>
            </a:r>
            <a:r>
              <a:rPr sz="300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ấ</a:t>
            </a:r>
            <a:r>
              <a:rPr sz="300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n</a:t>
            </a:r>
            <a:r>
              <a:rPr sz="3000" b="1" spc="-14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3000" b="1" spc="-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Đ</a:t>
            </a:r>
            <a:r>
              <a:rPr sz="3000" spc="-2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ề</a:t>
            </a:r>
            <a:r>
              <a:rPr sz="3000" spc="-13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3000" b="1" spc="5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Hi</a:t>
            </a:r>
            <a:r>
              <a:rPr sz="3000" spc="55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ệ</a:t>
            </a:r>
            <a:r>
              <a:rPr sz="3000" b="1" spc="5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n</a:t>
            </a:r>
            <a:r>
              <a:rPr sz="3000" b="1" spc="-14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3000" b="1" spc="17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</a:t>
            </a:r>
            <a:r>
              <a:rPr sz="3000" spc="175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ạ</a:t>
            </a:r>
            <a:r>
              <a:rPr sz="3000" b="1" spc="17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i</a:t>
            </a:r>
            <a:endParaRPr sz="3000">
              <a:latin typeface="Century Gothic" panose="020B0502020202020204"/>
              <a:cs typeface="Century Gothic" panose="020B0502020202020204"/>
            </a:endParaRPr>
          </a:p>
          <a:p>
            <a:pPr marL="297815" indent="-285115">
              <a:lnSpc>
                <a:spcPct val="100000"/>
              </a:lnSpc>
              <a:spcBef>
                <a:spcPts val="3080"/>
              </a:spcBef>
              <a:buFont typeface="Arial" panose="020B0604020202020204"/>
              <a:buChar char="•"/>
              <a:tabLst>
                <a:tab pos="297815" algn="l"/>
              </a:tabLst>
            </a:pPr>
            <a:r>
              <a:rPr sz="1600" b="1" spc="10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Tìm</a:t>
            </a:r>
            <a:r>
              <a:rPr sz="1600" b="1" spc="-7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60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ki</a:t>
            </a:r>
            <a:r>
              <a:rPr sz="160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ế</a:t>
            </a:r>
            <a:r>
              <a:rPr sz="160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m</a:t>
            </a:r>
            <a:r>
              <a:rPr sz="1600" b="1" spc="-6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600" b="1" spc="-1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khó</a:t>
            </a:r>
            <a:r>
              <a:rPr sz="1600" b="1" spc="-7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600" b="1" spc="-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khăn</a:t>
            </a:r>
            <a:endParaRPr sz="1600">
              <a:latin typeface="Century Gothic" panose="020B0502020202020204"/>
              <a:cs typeface="Century Gothic" panose="020B0502020202020204"/>
            </a:endParaRPr>
          </a:p>
          <a:p>
            <a:pPr marL="297815" indent="-285115">
              <a:lnSpc>
                <a:spcPct val="100000"/>
              </a:lnSpc>
              <a:spcBef>
                <a:spcPts val="680"/>
              </a:spcBef>
              <a:buFont typeface="Arial" panose="020B0604020202020204"/>
              <a:buChar char="•"/>
              <a:tabLst>
                <a:tab pos="297815" algn="l"/>
              </a:tabLst>
            </a:pPr>
            <a:r>
              <a:rPr sz="160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Khó</a:t>
            </a:r>
            <a:r>
              <a:rPr sz="1600" b="1" spc="-7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600" b="1" spc="8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tìm</a:t>
            </a:r>
            <a:r>
              <a:rPr sz="1600" b="1" spc="-6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60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b</a:t>
            </a:r>
            <a:r>
              <a:rPr sz="160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ạ</a:t>
            </a:r>
            <a:r>
              <a:rPr sz="160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n</a:t>
            </a:r>
            <a:r>
              <a:rPr sz="1600" b="1" spc="-6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60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phù</a:t>
            </a:r>
            <a:r>
              <a:rPr sz="1600" b="1" spc="-7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600" b="1" spc="-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h</a:t>
            </a:r>
            <a:r>
              <a:rPr sz="1600" spc="-2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ợ</a:t>
            </a:r>
            <a:r>
              <a:rPr sz="1600" b="1" spc="-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p.</a:t>
            </a:r>
            <a:endParaRPr sz="1600">
              <a:latin typeface="Century Gothic" panose="020B0502020202020204"/>
              <a:cs typeface="Century Gothic" panose="020B0502020202020204"/>
            </a:endParaRPr>
          </a:p>
          <a:p>
            <a:pPr marL="297815" indent="-285115">
              <a:lnSpc>
                <a:spcPct val="100000"/>
              </a:lnSpc>
              <a:spcBef>
                <a:spcPts val="680"/>
              </a:spcBef>
              <a:buFont typeface="Arial" panose="020B0604020202020204"/>
              <a:buChar char="•"/>
              <a:tabLst>
                <a:tab pos="297815" algn="l"/>
              </a:tabLst>
            </a:pPr>
            <a:r>
              <a:rPr sz="1600" b="1" spc="7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Thi</a:t>
            </a:r>
            <a:r>
              <a:rPr sz="1600" spc="7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ế</a:t>
            </a:r>
            <a:r>
              <a:rPr sz="1600" b="1" spc="7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u</a:t>
            </a:r>
            <a:r>
              <a:rPr sz="1600" b="1" spc="-8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60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b</a:t>
            </a:r>
            <a:r>
              <a:rPr sz="160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ộ</a:t>
            </a:r>
            <a:r>
              <a:rPr sz="1600" spc="-75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1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l</a:t>
            </a:r>
            <a:r>
              <a:rPr sz="1600" spc="-1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ọ</a:t>
            </a:r>
            <a:r>
              <a:rPr sz="1600" b="1" spc="-1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c</a:t>
            </a:r>
            <a:r>
              <a:rPr sz="1600" b="1" spc="-8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60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chi</a:t>
            </a:r>
            <a:r>
              <a:rPr sz="1600" b="1" spc="-7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600" b="1" spc="7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ti</a:t>
            </a:r>
            <a:r>
              <a:rPr sz="1600" spc="7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ế</a:t>
            </a:r>
            <a:r>
              <a:rPr sz="1600" b="1" spc="7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t.</a:t>
            </a:r>
            <a:endParaRPr sz="1600">
              <a:latin typeface="Century Gothic" panose="020B0502020202020204"/>
              <a:cs typeface="Century Gothic" panose="020B0502020202020204"/>
            </a:endParaRPr>
          </a:p>
          <a:p>
            <a:pPr marL="297815" indent="-285115">
              <a:lnSpc>
                <a:spcPct val="100000"/>
              </a:lnSpc>
              <a:spcBef>
                <a:spcPts val="680"/>
              </a:spcBef>
              <a:buFont typeface="Arial" panose="020B0604020202020204"/>
              <a:buChar char="•"/>
              <a:tabLst>
                <a:tab pos="297815" algn="l"/>
              </a:tabLst>
            </a:pPr>
            <a:r>
              <a:rPr sz="1600" b="1" spc="7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Thi</a:t>
            </a:r>
            <a:r>
              <a:rPr sz="1600" spc="7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ế</a:t>
            </a:r>
            <a:r>
              <a:rPr sz="1600" b="1" spc="7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u</a:t>
            </a:r>
            <a:r>
              <a:rPr sz="1600" b="1" spc="-7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600" b="1" spc="9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tin</a:t>
            </a:r>
            <a:r>
              <a:rPr sz="1600" b="1" spc="-7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600" b="1" spc="-2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c</a:t>
            </a:r>
            <a:r>
              <a:rPr sz="1600" spc="-25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ậ</a:t>
            </a:r>
            <a:r>
              <a:rPr sz="1600" b="1" spc="-2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y</a:t>
            </a:r>
            <a:endParaRPr sz="1600">
              <a:latin typeface="Century Gothic" panose="020B0502020202020204"/>
              <a:cs typeface="Century Gothic" panose="020B0502020202020204"/>
            </a:endParaRPr>
          </a:p>
          <a:p>
            <a:pPr marL="297815" indent="-285115">
              <a:lnSpc>
                <a:spcPct val="100000"/>
              </a:lnSpc>
              <a:spcBef>
                <a:spcPts val="680"/>
              </a:spcBef>
              <a:buFont typeface="Arial" panose="020B0604020202020204"/>
              <a:buChar char="•"/>
              <a:tabLst>
                <a:tab pos="297815" algn="l"/>
              </a:tabLst>
            </a:pPr>
            <a:r>
              <a:rPr sz="1600" b="1" spc="-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Không</a:t>
            </a:r>
            <a:r>
              <a:rPr sz="1600" b="1" spc="-6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600" b="1" spc="-7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có</a:t>
            </a:r>
            <a:r>
              <a:rPr sz="1600" b="1" spc="-6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600" b="1" spc="-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đánh</a:t>
            </a:r>
            <a:r>
              <a:rPr sz="1600" b="1" spc="-6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600" b="1" spc="-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giá.</a:t>
            </a:r>
            <a:endParaRPr sz="1600">
              <a:latin typeface="Century Gothic" panose="020B0502020202020204"/>
              <a:cs typeface="Century Gothic" panose="020B0502020202020204"/>
            </a:endParaRPr>
          </a:p>
          <a:p>
            <a:pPr marL="297815" indent="-285115">
              <a:lnSpc>
                <a:spcPct val="100000"/>
              </a:lnSpc>
              <a:spcBef>
                <a:spcPts val="680"/>
              </a:spcBef>
              <a:buFont typeface="Arial" panose="020B0604020202020204"/>
              <a:buChar char="•"/>
              <a:tabLst>
                <a:tab pos="297815" algn="l"/>
              </a:tabLst>
            </a:pPr>
            <a:r>
              <a:rPr sz="160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D</a:t>
            </a:r>
            <a:r>
              <a:rPr sz="160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ễ</a:t>
            </a:r>
            <a:r>
              <a:rPr sz="1600" spc="-75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"bom</a:t>
            </a:r>
            <a:r>
              <a:rPr sz="1600" b="1" spc="-7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600" b="1" spc="-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kèo".</a:t>
            </a:r>
            <a:endParaRPr sz="1600">
              <a:latin typeface="Century Gothic" panose="020B0502020202020204"/>
              <a:cs typeface="Century Gothic" panose="020B0502020202020204"/>
            </a:endParaRPr>
          </a:p>
          <a:p>
            <a:pPr marL="297815" indent="-285115">
              <a:lnSpc>
                <a:spcPct val="100000"/>
              </a:lnSpc>
              <a:spcBef>
                <a:spcPts val="680"/>
              </a:spcBef>
              <a:buFont typeface="Arial" panose="020B0604020202020204"/>
              <a:buChar char="•"/>
              <a:tabLst>
                <a:tab pos="297815" algn="l"/>
              </a:tabLst>
            </a:pPr>
            <a:r>
              <a:rPr sz="1600" b="1" spc="-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Qu</a:t>
            </a:r>
            <a:r>
              <a:rPr sz="1600" spc="-2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ả</a:t>
            </a:r>
            <a:r>
              <a:rPr sz="1600" b="1" spc="-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n</a:t>
            </a:r>
            <a:r>
              <a:rPr sz="1600" b="1" spc="-4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60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lý</a:t>
            </a:r>
            <a:r>
              <a:rPr sz="1600" b="1" spc="-4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600" b="1" spc="-2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kém</a:t>
            </a:r>
            <a:endParaRPr sz="1600">
              <a:latin typeface="Century Gothic" panose="020B0502020202020204"/>
              <a:cs typeface="Century Gothic" panose="020B0502020202020204"/>
            </a:endParaRPr>
          </a:p>
          <a:p>
            <a:pPr marL="297815" indent="-285115">
              <a:lnSpc>
                <a:spcPct val="100000"/>
              </a:lnSpc>
              <a:spcBef>
                <a:spcPts val="680"/>
              </a:spcBef>
              <a:buFont typeface="Arial" panose="020B0604020202020204"/>
              <a:buChar char="•"/>
              <a:tabLst>
                <a:tab pos="297815" algn="l"/>
              </a:tabLst>
            </a:pPr>
            <a:r>
              <a:rPr sz="160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Khó</a:t>
            </a:r>
            <a:r>
              <a:rPr sz="1600" b="1" spc="-6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60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theo</a:t>
            </a:r>
            <a:r>
              <a:rPr sz="1600" b="1" spc="-5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60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dõi</a:t>
            </a:r>
            <a:r>
              <a:rPr sz="1600" b="1" spc="-5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600" b="1" spc="9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tr</a:t>
            </a:r>
            <a:r>
              <a:rPr sz="1600" spc="9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ậ</a:t>
            </a:r>
            <a:r>
              <a:rPr sz="1600" b="1" spc="9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n</a:t>
            </a:r>
            <a:r>
              <a:rPr sz="1600" b="1" spc="-5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600" b="1" spc="-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đ</a:t>
            </a:r>
            <a:r>
              <a:rPr sz="1600" spc="-2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ấ</a:t>
            </a:r>
            <a:r>
              <a:rPr sz="1600" b="1" spc="-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u.</a:t>
            </a:r>
            <a:endParaRPr sz="1600">
              <a:latin typeface="Century Gothic" panose="020B0502020202020204"/>
              <a:cs typeface="Century Gothic" panose="020B0502020202020204"/>
            </a:endParaRPr>
          </a:p>
          <a:p>
            <a:pPr marL="297815" indent="-285115">
              <a:lnSpc>
                <a:spcPct val="100000"/>
              </a:lnSpc>
              <a:spcBef>
                <a:spcPts val="680"/>
              </a:spcBef>
              <a:buFont typeface="Arial" panose="020B0604020202020204"/>
              <a:buChar char="•"/>
              <a:tabLst>
                <a:tab pos="297815" algn="l"/>
              </a:tabLst>
            </a:pPr>
            <a:r>
              <a:rPr sz="160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Thông</a:t>
            </a:r>
            <a:r>
              <a:rPr sz="1600" b="1" spc="-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600" b="1" spc="9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tin</a:t>
            </a:r>
            <a:r>
              <a:rPr sz="1600" b="1" spc="-2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600" b="1" spc="5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r</a:t>
            </a:r>
            <a:r>
              <a:rPr sz="1600" spc="55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ờ</a:t>
            </a:r>
            <a:r>
              <a:rPr sz="1600" b="1" spc="5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i</a:t>
            </a:r>
            <a:r>
              <a:rPr sz="1600" b="1" spc="-1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600" b="1" spc="-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r</a:t>
            </a:r>
            <a:r>
              <a:rPr sz="1600" spc="-2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ạ</a:t>
            </a:r>
            <a:r>
              <a:rPr sz="1600" b="1" spc="-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c.</a:t>
            </a:r>
            <a:endParaRPr sz="1600">
              <a:latin typeface="Century Gothic" panose="020B0502020202020204"/>
              <a:cs typeface="Century Gothic" panose="020B0502020202020204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761"/>
            <a:ext cx="14630400" cy="8228965"/>
            <a:chOff x="0" y="761"/>
            <a:chExt cx="14630400" cy="8228965"/>
          </a:xfrm>
        </p:grpSpPr>
        <p:sp>
          <p:nvSpPr>
            <p:cNvPr id="6" name="object 6"/>
            <p:cNvSpPr/>
            <p:nvPr/>
          </p:nvSpPr>
          <p:spPr>
            <a:xfrm>
              <a:off x="0" y="7735823"/>
              <a:ext cx="14630400" cy="494030"/>
            </a:xfrm>
            <a:custGeom>
              <a:avLst/>
              <a:gdLst/>
              <a:ahLst/>
              <a:cxnLst/>
              <a:rect l="l" t="t" r="r" b="b"/>
              <a:pathLst>
                <a:path w="14630400" h="494029">
                  <a:moveTo>
                    <a:pt x="14630400" y="493775"/>
                  </a:moveTo>
                  <a:lnTo>
                    <a:pt x="0" y="493775"/>
                  </a:lnTo>
                  <a:lnTo>
                    <a:pt x="0" y="91440"/>
                  </a:lnTo>
                  <a:lnTo>
                    <a:pt x="7102" y="55881"/>
                  </a:lnTo>
                  <a:lnTo>
                    <a:pt x="26431" y="26908"/>
                  </a:lnTo>
                  <a:lnTo>
                    <a:pt x="55024" y="7340"/>
                  </a:lnTo>
                  <a:lnTo>
                    <a:pt x="89916" y="0"/>
                  </a:lnTo>
                  <a:lnTo>
                    <a:pt x="14630400" y="0"/>
                  </a:lnTo>
                  <a:lnTo>
                    <a:pt x="14630400" y="493775"/>
                  </a:lnTo>
                  <a:close/>
                </a:path>
              </a:pathLst>
            </a:custGeom>
            <a:solidFill>
              <a:srgbClr val="F1EDED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761" y="761"/>
              <a:ext cx="14629130" cy="8228330"/>
            </a:xfrm>
            <a:custGeom>
              <a:avLst/>
              <a:gdLst/>
              <a:ahLst/>
              <a:cxnLst/>
              <a:rect l="l" t="t" r="r" b="b"/>
              <a:pathLst>
                <a:path w="14629130" h="8228330">
                  <a:moveTo>
                    <a:pt x="0" y="0"/>
                  </a:moveTo>
                  <a:lnTo>
                    <a:pt x="14628876" y="0"/>
                  </a:lnTo>
                  <a:lnTo>
                    <a:pt x="14628876" y="8228076"/>
                  </a:lnTo>
                  <a:lnTo>
                    <a:pt x="0" y="8228076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78484" y="1999615"/>
            <a:ext cx="5575300" cy="42545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Gi</a:t>
            </a:r>
            <a:r>
              <a:rPr sz="300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ả</a:t>
            </a:r>
            <a:r>
              <a:rPr sz="300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i</a:t>
            </a:r>
            <a:r>
              <a:rPr sz="3000" b="1" spc="-15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300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Pháp</a:t>
            </a:r>
            <a:r>
              <a:rPr sz="3000" b="1" spc="-14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3000" b="1" spc="28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&amp;</a:t>
            </a:r>
            <a:r>
              <a:rPr sz="3000" b="1" spc="-14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300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Yêu</a:t>
            </a:r>
            <a:r>
              <a:rPr sz="3000" b="1" spc="-15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3000" b="1" spc="-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C</a:t>
            </a:r>
            <a:r>
              <a:rPr sz="3000" spc="-2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ầ</a:t>
            </a:r>
            <a:r>
              <a:rPr sz="3000" b="1" spc="-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u</a:t>
            </a:r>
            <a:r>
              <a:rPr sz="3000" b="1" spc="-14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300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H</a:t>
            </a:r>
            <a:r>
              <a:rPr sz="300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ệ</a:t>
            </a:r>
            <a:r>
              <a:rPr sz="3000" spc="-14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3000" b="1" spc="7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Th</a:t>
            </a:r>
            <a:r>
              <a:rPr sz="3000" spc="7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ố</a:t>
            </a:r>
            <a:r>
              <a:rPr sz="3000" b="1" spc="7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ng</a:t>
            </a:r>
            <a:endParaRPr sz="3000">
              <a:latin typeface="Century Gothic" panose="020B0502020202020204"/>
              <a:cs typeface="Century Gothic" panose="020B0502020202020204"/>
            </a:endParaRPr>
          </a:p>
          <a:p>
            <a:pPr marL="297815" indent="-285115">
              <a:lnSpc>
                <a:spcPct val="100000"/>
              </a:lnSpc>
              <a:spcBef>
                <a:spcPts val="2655"/>
              </a:spcBef>
              <a:buFont typeface="Arial" panose="020B0604020202020204"/>
              <a:buChar char="•"/>
              <a:tabLst>
                <a:tab pos="297815" algn="l"/>
              </a:tabLst>
            </a:pPr>
            <a:r>
              <a:rPr sz="2000" b="1" spc="13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Tìm</a:t>
            </a:r>
            <a:r>
              <a:rPr sz="2000" b="1" spc="-4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200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ki</a:t>
            </a:r>
            <a:r>
              <a:rPr sz="200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ế</a:t>
            </a:r>
            <a:r>
              <a:rPr sz="200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m</a:t>
            </a:r>
            <a:r>
              <a:rPr sz="2000" b="1" spc="-4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200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thông</a:t>
            </a:r>
            <a:r>
              <a:rPr sz="2000" b="1" spc="-4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2000" b="1" spc="-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minh</a:t>
            </a:r>
            <a:endParaRPr sz="2000">
              <a:latin typeface="Century Gothic" panose="020B0502020202020204"/>
              <a:cs typeface="Century Gothic" panose="020B0502020202020204"/>
            </a:endParaRPr>
          </a:p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sz="2000" dirty="0">
                <a:latin typeface="Calibri" panose="020F0502020204030204"/>
                <a:cs typeface="Calibri" panose="020F0502020204030204"/>
              </a:rPr>
              <a:t>Lọc</a:t>
            </a:r>
            <a:r>
              <a:rPr sz="2000" spc="-3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theo</a:t>
            </a:r>
            <a:r>
              <a:rPr sz="2000" spc="-2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môn,</a:t>
            </a:r>
            <a:r>
              <a:rPr sz="2000" spc="-2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tuổi,</a:t>
            </a:r>
            <a:r>
              <a:rPr sz="2000" spc="-2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vị</a:t>
            </a:r>
            <a:r>
              <a:rPr sz="2000" spc="-3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20" dirty="0">
                <a:latin typeface="Calibri" panose="020F0502020204030204"/>
                <a:cs typeface="Calibri" panose="020F0502020204030204"/>
              </a:rPr>
              <a:t>trí.</a:t>
            </a:r>
            <a:endParaRPr sz="2000">
              <a:latin typeface="Calibri" panose="020F0502020204030204"/>
              <a:cs typeface="Calibri" panose="020F0502020204030204"/>
            </a:endParaRPr>
          </a:p>
          <a:p>
            <a:pPr>
              <a:lnSpc>
                <a:spcPct val="100000"/>
              </a:lnSpc>
              <a:spcBef>
                <a:spcPts val="115"/>
              </a:spcBef>
            </a:pPr>
            <a:endParaRPr sz="2000">
              <a:latin typeface="Calibri" panose="020F0502020204030204"/>
              <a:cs typeface="Calibri" panose="020F0502020204030204"/>
            </a:endParaRPr>
          </a:p>
          <a:p>
            <a:pPr marL="297815" indent="-285115">
              <a:lnSpc>
                <a:spcPct val="100000"/>
              </a:lnSpc>
              <a:buFont typeface="Arial" panose="020B0604020202020204"/>
              <a:buChar char="•"/>
              <a:tabLst>
                <a:tab pos="297815" algn="l"/>
              </a:tabLst>
            </a:pPr>
            <a:r>
              <a:rPr sz="2000" b="1" spc="-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Qu</a:t>
            </a:r>
            <a:r>
              <a:rPr sz="2000" spc="-2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ả</a:t>
            </a:r>
            <a:r>
              <a:rPr sz="2000" b="1" spc="-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n</a:t>
            </a:r>
            <a:r>
              <a:rPr sz="2000" b="1" spc="-7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200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lý</a:t>
            </a:r>
            <a:r>
              <a:rPr sz="2000" b="1" spc="-6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2000" b="1" spc="8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s</a:t>
            </a:r>
            <a:r>
              <a:rPr sz="2000" spc="85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ự</a:t>
            </a:r>
            <a:r>
              <a:rPr sz="2000" spc="-55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000" b="1" spc="-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ki</a:t>
            </a:r>
            <a:r>
              <a:rPr sz="2000" spc="-2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ệ</a:t>
            </a:r>
            <a:r>
              <a:rPr sz="2000" b="1" spc="-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n</a:t>
            </a:r>
            <a:endParaRPr sz="2000">
              <a:latin typeface="Century Gothic" panose="020B0502020202020204"/>
              <a:cs typeface="Century Gothic" panose="020B0502020202020204"/>
            </a:endParaRPr>
          </a:p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sz="2000" spc="-45" dirty="0">
                <a:latin typeface="Calibri" panose="020F0502020204030204"/>
                <a:cs typeface="Calibri" panose="020F0502020204030204"/>
              </a:rPr>
              <a:t>Tạo,</a:t>
            </a:r>
            <a:r>
              <a:rPr sz="2000" spc="-4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theo</a:t>
            </a:r>
            <a:r>
              <a:rPr sz="2000" spc="-3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dõi,</a:t>
            </a:r>
            <a:r>
              <a:rPr sz="2000" spc="-3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thông</a:t>
            </a:r>
            <a:r>
              <a:rPr sz="2000" spc="-4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20" dirty="0">
                <a:latin typeface="Calibri" panose="020F0502020204030204"/>
                <a:cs typeface="Calibri" panose="020F0502020204030204"/>
              </a:rPr>
              <a:t>báo.</a:t>
            </a:r>
            <a:endParaRPr sz="2000">
              <a:latin typeface="Calibri" panose="020F0502020204030204"/>
              <a:cs typeface="Calibri" panose="020F0502020204030204"/>
            </a:endParaRPr>
          </a:p>
          <a:p>
            <a:pPr>
              <a:lnSpc>
                <a:spcPct val="100000"/>
              </a:lnSpc>
              <a:spcBef>
                <a:spcPts val="120"/>
              </a:spcBef>
            </a:pPr>
            <a:endParaRPr sz="2000">
              <a:latin typeface="Calibri" panose="020F0502020204030204"/>
              <a:cs typeface="Calibri" panose="020F0502020204030204"/>
            </a:endParaRPr>
          </a:p>
          <a:p>
            <a:pPr marL="297815" indent="-285115">
              <a:lnSpc>
                <a:spcPct val="100000"/>
              </a:lnSpc>
              <a:buFont typeface="Arial" panose="020B0604020202020204"/>
              <a:buChar char="•"/>
              <a:tabLst>
                <a:tab pos="297815" algn="l"/>
              </a:tabLst>
            </a:pPr>
            <a:r>
              <a:rPr sz="2000" b="1" spc="5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Theo</a:t>
            </a:r>
            <a:r>
              <a:rPr sz="2000" b="1" spc="-3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200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dõi</a:t>
            </a:r>
            <a:r>
              <a:rPr sz="2000" b="1" spc="-2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200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thành</a:t>
            </a:r>
            <a:r>
              <a:rPr sz="2000" b="1" spc="-3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2000" b="1" spc="4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tích</a:t>
            </a:r>
            <a:endParaRPr sz="2000">
              <a:latin typeface="Century Gothic" panose="020B0502020202020204"/>
              <a:cs typeface="Century Gothic" panose="020B0502020202020204"/>
            </a:endParaRPr>
          </a:p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sz="2000" dirty="0">
                <a:latin typeface="Calibri" panose="020F0502020204030204"/>
                <a:cs typeface="Calibri" panose="020F0502020204030204"/>
              </a:rPr>
              <a:t>Lưu</a:t>
            </a:r>
            <a:r>
              <a:rPr sz="2000" spc="-5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10" dirty="0">
                <a:latin typeface="Calibri" panose="020F0502020204030204"/>
                <a:cs typeface="Calibri" panose="020F0502020204030204"/>
              </a:rPr>
              <a:t>kết</a:t>
            </a:r>
            <a:r>
              <a:rPr sz="2000" spc="-4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quả</a:t>
            </a:r>
            <a:r>
              <a:rPr sz="2000" spc="-4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cá</a:t>
            </a:r>
            <a:r>
              <a:rPr sz="2000" spc="-4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10" dirty="0">
                <a:latin typeface="Calibri" panose="020F0502020204030204"/>
                <a:cs typeface="Calibri" panose="020F0502020204030204"/>
              </a:rPr>
              <a:t>nhân/nhóm.</a:t>
            </a:r>
            <a:endParaRPr sz="2000">
              <a:latin typeface="Calibri" panose="020F0502020204030204"/>
              <a:cs typeface="Calibri" panose="020F0502020204030204"/>
            </a:endParaRPr>
          </a:p>
          <a:p>
            <a:pPr>
              <a:lnSpc>
                <a:spcPct val="100000"/>
              </a:lnSpc>
              <a:spcBef>
                <a:spcPts val="120"/>
              </a:spcBef>
            </a:pPr>
            <a:endParaRPr sz="2000">
              <a:latin typeface="Calibri" panose="020F0502020204030204"/>
              <a:cs typeface="Calibri" panose="020F0502020204030204"/>
            </a:endParaRPr>
          </a:p>
          <a:p>
            <a:pPr marL="297815" indent="-285115">
              <a:lnSpc>
                <a:spcPct val="100000"/>
              </a:lnSpc>
              <a:buFont typeface="Arial" panose="020B0604020202020204"/>
              <a:buChar char="•"/>
              <a:tabLst>
                <a:tab pos="297815" algn="l"/>
              </a:tabLst>
            </a:pPr>
            <a:r>
              <a:rPr sz="200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B</a:t>
            </a:r>
            <a:r>
              <a:rPr sz="200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ả</a:t>
            </a:r>
            <a:r>
              <a:rPr sz="200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o</a:t>
            </a:r>
            <a:r>
              <a:rPr sz="2000" b="1" spc="-4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2000" b="1" spc="8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m</a:t>
            </a:r>
            <a:r>
              <a:rPr sz="2000" spc="8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ậ</a:t>
            </a:r>
            <a:r>
              <a:rPr sz="2000" b="1" spc="8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</a:t>
            </a:r>
            <a:r>
              <a:rPr sz="2000" b="1" spc="-4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200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thông</a:t>
            </a:r>
            <a:r>
              <a:rPr sz="2000" b="1" spc="-4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2000" b="1" spc="9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tin</a:t>
            </a:r>
            <a:endParaRPr sz="2000">
              <a:latin typeface="Century Gothic" panose="020B0502020202020204"/>
              <a:cs typeface="Century Gothic" panose="020B0502020202020204"/>
            </a:endParaRPr>
          </a:p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sz="2000" dirty="0">
                <a:latin typeface="Calibri" panose="020F0502020204030204"/>
                <a:cs typeface="Calibri" panose="020F0502020204030204"/>
              </a:rPr>
              <a:t>Bảo</a:t>
            </a:r>
            <a:r>
              <a:rPr sz="2000" spc="-3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vệ</a:t>
            </a:r>
            <a:r>
              <a:rPr sz="2000" spc="-30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dữ</a:t>
            </a:r>
            <a:r>
              <a:rPr sz="2000" spc="-3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liệu</a:t>
            </a:r>
            <a:r>
              <a:rPr sz="2000" spc="-3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dirty="0">
                <a:latin typeface="Calibri" panose="020F0502020204030204"/>
                <a:cs typeface="Calibri" panose="020F0502020204030204"/>
              </a:rPr>
              <a:t>người</a:t>
            </a:r>
            <a:r>
              <a:rPr sz="2000" spc="-35" dirty="0">
                <a:latin typeface="Calibri" panose="020F0502020204030204"/>
                <a:cs typeface="Calibri" panose="020F0502020204030204"/>
              </a:rPr>
              <a:t> </a:t>
            </a:r>
            <a:r>
              <a:rPr sz="2000" spc="-10" dirty="0">
                <a:latin typeface="Calibri" panose="020F0502020204030204"/>
                <a:cs typeface="Calibri" panose="020F0502020204030204"/>
              </a:rPr>
              <a:t>dùng.</a:t>
            </a:r>
            <a:endParaRPr sz="20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300" dirty="0"/>
              <a:t>Kh</a:t>
            </a:r>
            <a:r>
              <a:rPr sz="4300" b="0" dirty="0">
                <a:latin typeface="Arial" panose="020B0604020202020204"/>
                <a:cs typeface="Arial" panose="020B0604020202020204"/>
              </a:rPr>
              <a:t>ả</a:t>
            </a:r>
            <a:r>
              <a:rPr sz="4300" dirty="0"/>
              <a:t>o</a:t>
            </a:r>
            <a:r>
              <a:rPr sz="4300" spc="80" dirty="0"/>
              <a:t> </a:t>
            </a:r>
            <a:r>
              <a:rPr sz="4300" spc="175" dirty="0"/>
              <a:t>sát</a:t>
            </a:r>
            <a:r>
              <a:rPr sz="4300" spc="85" dirty="0"/>
              <a:t> </a:t>
            </a:r>
            <a:r>
              <a:rPr sz="4300" spc="50" dirty="0"/>
              <a:t>h</a:t>
            </a:r>
            <a:r>
              <a:rPr sz="4300" b="0" spc="50" dirty="0">
                <a:latin typeface="Arial" panose="020B0604020202020204"/>
                <a:cs typeface="Arial" panose="020B0604020202020204"/>
              </a:rPr>
              <a:t>ệ</a:t>
            </a:r>
            <a:r>
              <a:rPr sz="4300" b="0" spc="-35" dirty="0">
                <a:latin typeface="Arial" panose="020B0604020202020204"/>
                <a:cs typeface="Arial" panose="020B0604020202020204"/>
              </a:rPr>
              <a:t> </a:t>
            </a:r>
            <a:r>
              <a:rPr sz="4300" spc="95" dirty="0"/>
              <a:t>th</a:t>
            </a:r>
            <a:r>
              <a:rPr sz="4300" b="0" spc="95" dirty="0">
                <a:latin typeface="Arial" panose="020B0604020202020204"/>
                <a:cs typeface="Arial" panose="020B0604020202020204"/>
              </a:rPr>
              <a:t>ố</a:t>
            </a:r>
            <a:r>
              <a:rPr sz="4300" spc="95" dirty="0"/>
              <a:t>ng</a:t>
            </a:r>
            <a:endParaRPr sz="43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761" y="0"/>
            <a:ext cx="14629765" cy="8229600"/>
            <a:chOff x="761" y="0"/>
            <a:chExt cx="14629765" cy="8229600"/>
          </a:xfrm>
        </p:grpSpPr>
        <p:pic>
          <p:nvPicPr>
            <p:cNvPr id="5" name="object 5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8869680" y="0"/>
              <a:ext cx="5760720" cy="8229600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761" y="761"/>
              <a:ext cx="14629130" cy="8228330"/>
            </a:xfrm>
            <a:custGeom>
              <a:avLst/>
              <a:gdLst/>
              <a:ahLst/>
              <a:cxnLst/>
              <a:rect l="l" t="t" r="r" b="b"/>
              <a:pathLst>
                <a:path w="14629130" h="8228330">
                  <a:moveTo>
                    <a:pt x="0" y="0"/>
                  </a:moveTo>
                  <a:lnTo>
                    <a:pt x="14628876" y="0"/>
                  </a:lnTo>
                  <a:lnTo>
                    <a:pt x="14628876" y="8228076"/>
                  </a:lnTo>
                  <a:lnTo>
                    <a:pt x="0" y="8228076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300" spc="140" dirty="0"/>
              <a:t>Phân</a:t>
            </a:r>
            <a:r>
              <a:rPr sz="4300" spc="95" dirty="0"/>
              <a:t> </a:t>
            </a:r>
            <a:r>
              <a:rPr sz="4300" spc="125" dirty="0"/>
              <a:t>tích</a:t>
            </a:r>
            <a:r>
              <a:rPr sz="4300" spc="100" dirty="0"/>
              <a:t> </a:t>
            </a:r>
            <a:r>
              <a:rPr sz="4300" spc="50" dirty="0"/>
              <a:t>h</a:t>
            </a:r>
            <a:r>
              <a:rPr sz="4300" b="0" spc="50" dirty="0">
                <a:latin typeface="Arial" panose="020B0604020202020204"/>
                <a:cs typeface="Arial" panose="020B0604020202020204"/>
              </a:rPr>
              <a:t>ệ</a:t>
            </a:r>
            <a:r>
              <a:rPr sz="4300" b="0" spc="-25" dirty="0">
                <a:latin typeface="Arial" panose="020B0604020202020204"/>
                <a:cs typeface="Arial" panose="020B0604020202020204"/>
              </a:rPr>
              <a:t> </a:t>
            </a:r>
            <a:r>
              <a:rPr sz="4300" spc="95" dirty="0"/>
              <a:t>th</a:t>
            </a:r>
            <a:r>
              <a:rPr sz="4300" b="0" spc="95" dirty="0">
                <a:latin typeface="Arial" panose="020B0604020202020204"/>
                <a:cs typeface="Arial" panose="020B0604020202020204"/>
              </a:rPr>
              <a:t>ố</a:t>
            </a:r>
            <a:r>
              <a:rPr sz="4300" spc="95" dirty="0"/>
              <a:t>ng</a:t>
            </a:r>
            <a:endParaRPr sz="43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Ph</a:t>
            </a:r>
            <a:r>
              <a:rPr b="0" dirty="0">
                <a:latin typeface="Arial" panose="020B0604020202020204"/>
                <a:cs typeface="Arial" panose="020B0604020202020204"/>
              </a:rPr>
              <a:t>ươ</a:t>
            </a:r>
            <a:r>
              <a:rPr dirty="0"/>
              <a:t>ng</a:t>
            </a:r>
            <a:r>
              <a:rPr spc="-125" dirty="0"/>
              <a:t> </a:t>
            </a:r>
            <a:r>
              <a:rPr spc="-50" dirty="0"/>
              <a:t>pháp</a:t>
            </a:r>
            <a:r>
              <a:rPr spc="-120" dirty="0"/>
              <a:t> </a:t>
            </a:r>
            <a:r>
              <a:rPr spc="-35" dirty="0"/>
              <a:t>phân</a:t>
            </a:r>
            <a:r>
              <a:rPr spc="-125" dirty="0"/>
              <a:t> </a:t>
            </a:r>
            <a:r>
              <a:rPr spc="95" dirty="0"/>
              <a:t>tích</a:t>
            </a:r>
            <a:r>
              <a:rPr spc="-120" dirty="0"/>
              <a:t> </a:t>
            </a:r>
            <a:r>
              <a:rPr dirty="0"/>
              <a:t>h</a:t>
            </a:r>
            <a:r>
              <a:rPr b="0" dirty="0">
                <a:latin typeface="Arial" panose="020B0604020202020204"/>
                <a:cs typeface="Arial" panose="020B0604020202020204"/>
              </a:rPr>
              <a:t>ệ</a:t>
            </a:r>
            <a:r>
              <a:rPr b="0" spc="-120" dirty="0">
                <a:latin typeface="Arial" panose="020B0604020202020204"/>
                <a:cs typeface="Arial" panose="020B0604020202020204"/>
              </a:rPr>
              <a:t> </a:t>
            </a:r>
            <a:r>
              <a:rPr spc="45" dirty="0"/>
              <a:t>th</a:t>
            </a:r>
            <a:r>
              <a:rPr b="0" spc="45" dirty="0">
                <a:latin typeface="Arial" panose="020B0604020202020204"/>
                <a:cs typeface="Arial" panose="020B0604020202020204"/>
              </a:rPr>
              <a:t>ố</a:t>
            </a:r>
            <a:r>
              <a:rPr spc="45" dirty="0"/>
              <a:t>ng</a:t>
            </a:r>
            <a:endParaRPr spc="45" dirty="0"/>
          </a:p>
          <a:p>
            <a:pPr marL="297815" indent="-285115">
              <a:lnSpc>
                <a:spcPct val="100000"/>
              </a:lnSpc>
              <a:spcBef>
                <a:spcPts val="2655"/>
              </a:spcBef>
              <a:buFont typeface="Arial" panose="020B0604020202020204"/>
              <a:buChar char="•"/>
              <a:tabLst>
                <a:tab pos="297815" algn="l"/>
              </a:tabLst>
            </a:pPr>
            <a:r>
              <a:rPr sz="2000" spc="50" dirty="0"/>
              <a:t>DFD</a:t>
            </a:r>
            <a:r>
              <a:rPr sz="2000" spc="-105" dirty="0"/>
              <a:t> </a:t>
            </a:r>
            <a:r>
              <a:rPr sz="2000" spc="-20" dirty="0"/>
              <a:t>m</a:t>
            </a:r>
            <a:r>
              <a:rPr sz="2000" b="0" spc="-20" dirty="0">
                <a:latin typeface="Arial" panose="020B0604020202020204"/>
                <a:cs typeface="Arial" panose="020B0604020202020204"/>
              </a:rPr>
              <a:t>ứ</a:t>
            </a:r>
            <a:r>
              <a:rPr sz="2000" spc="-20" dirty="0"/>
              <a:t>c</a:t>
            </a:r>
            <a:r>
              <a:rPr sz="2000" spc="-105" dirty="0"/>
              <a:t> </a:t>
            </a:r>
            <a:r>
              <a:rPr sz="2000" spc="-10" dirty="0"/>
              <a:t>khung</a:t>
            </a:r>
            <a:r>
              <a:rPr sz="2000" spc="-105" dirty="0"/>
              <a:t> </a:t>
            </a:r>
            <a:r>
              <a:rPr sz="2000" spc="-20" dirty="0"/>
              <a:t>c</a:t>
            </a:r>
            <a:r>
              <a:rPr sz="2000" b="0" spc="-20" dirty="0">
                <a:latin typeface="Arial" panose="020B0604020202020204"/>
                <a:cs typeface="Arial" panose="020B0604020202020204"/>
              </a:rPr>
              <a:t>ả</a:t>
            </a:r>
            <a:r>
              <a:rPr sz="2000" spc="-20" dirty="0"/>
              <a:t>nh</a:t>
            </a:r>
            <a:endParaRPr sz="2000">
              <a:latin typeface="Arial" panose="020B0604020202020204"/>
              <a:cs typeface="Arial" panose="020B0604020202020204"/>
            </a:endParaRPr>
          </a:p>
          <a:p>
            <a:pPr marL="12700" marR="5080">
              <a:lnSpc>
                <a:spcPct val="100000"/>
              </a:lnSpc>
              <a:spcBef>
                <a:spcPts val="40"/>
              </a:spcBef>
            </a:pPr>
            <a:r>
              <a:rPr sz="2000" b="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Hệ</a:t>
            </a:r>
            <a:r>
              <a:rPr sz="2000" b="0" spc="-35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sz="2000" b="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thống</a:t>
            </a:r>
            <a:r>
              <a:rPr sz="2000" b="0" spc="-35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sz="2000" b="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là</a:t>
            </a:r>
            <a:r>
              <a:rPr sz="2000" b="0" spc="-35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sz="2000" b="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một</a:t>
            </a:r>
            <a:r>
              <a:rPr sz="2000" b="0" spc="-3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sz="2000" b="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tiến</a:t>
            </a:r>
            <a:r>
              <a:rPr sz="2000" b="0" spc="-4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sz="2000" b="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trình</a:t>
            </a:r>
            <a:r>
              <a:rPr sz="2000" b="0" spc="-35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sz="2000" b="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duy</a:t>
            </a:r>
            <a:r>
              <a:rPr sz="2000" b="0" spc="-3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sz="2000" b="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nhất,</a:t>
            </a:r>
            <a:r>
              <a:rPr sz="2000" b="0" spc="-35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sz="2000" b="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thể</a:t>
            </a:r>
            <a:r>
              <a:rPr sz="2000" b="0" spc="-3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sz="2000" b="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hiện</a:t>
            </a:r>
            <a:r>
              <a:rPr sz="2000" b="0" spc="-4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sz="2000" b="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luồng</a:t>
            </a:r>
            <a:r>
              <a:rPr sz="2000" b="0" spc="-35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sz="2000" b="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dữ</a:t>
            </a:r>
            <a:r>
              <a:rPr sz="2000" b="0" spc="-35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sz="2000" b="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liệu</a:t>
            </a:r>
            <a:r>
              <a:rPr sz="2000" b="0" spc="-4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sz="2000" b="0" spc="-25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với </a:t>
            </a:r>
            <a:r>
              <a:rPr sz="2000" b="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thực</a:t>
            </a:r>
            <a:r>
              <a:rPr sz="2000" b="0" spc="-35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sz="2000" b="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thể</a:t>
            </a:r>
            <a:r>
              <a:rPr sz="2000" b="0" spc="-3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sz="2000" b="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bên</a:t>
            </a:r>
            <a:r>
              <a:rPr sz="2000" b="0" spc="-35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sz="2000" b="0" spc="-1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ngoài.</a:t>
            </a:r>
            <a:endParaRPr sz="2000">
              <a:latin typeface="Calibri" panose="020F0502020204030204"/>
              <a:cs typeface="Calibri" panose="020F0502020204030204"/>
            </a:endParaRPr>
          </a:p>
          <a:p>
            <a:pPr>
              <a:lnSpc>
                <a:spcPct val="100000"/>
              </a:lnSpc>
              <a:spcBef>
                <a:spcPts val="115"/>
              </a:spcBef>
            </a:pPr>
            <a:endParaRPr sz="2000">
              <a:latin typeface="Calibri" panose="020F0502020204030204"/>
              <a:cs typeface="Calibri" panose="020F0502020204030204"/>
            </a:endParaRPr>
          </a:p>
          <a:p>
            <a:pPr marL="297815" indent="-285115">
              <a:lnSpc>
                <a:spcPct val="100000"/>
              </a:lnSpc>
              <a:buFont typeface="Arial" panose="020B0604020202020204"/>
              <a:buChar char="•"/>
              <a:tabLst>
                <a:tab pos="297815" algn="l"/>
              </a:tabLst>
            </a:pPr>
            <a:r>
              <a:rPr sz="2000" spc="50" dirty="0"/>
              <a:t>DFD</a:t>
            </a:r>
            <a:r>
              <a:rPr sz="2000" spc="-100" dirty="0"/>
              <a:t> </a:t>
            </a:r>
            <a:r>
              <a:rPr sz="2000" spc="-20" dirty="0"/>
              <a:t>m</a:t>
            </a:r>
            <a:r>
              <a:rPr sz="2000" b="0" spc="-20" dirty="0">
                <a:latin typeface="Arial" panose="020B0604020202020204"/>
                <a:cs typeface="Arial" panose="020B0604020202020204"/>
              </a:rPr>
              <a:t>ứ</a:t>
            </a:r>
            <a:r>
              <a:rPr sz="2000" spc="-20" dirty="0"/>
              <a:t>c</a:t>
            </a:r>
            <a:r>
              <a:rPr sz="2000" spc="-100" dirty="0"/>
              <a:t> </a:t>
            </a:r>
            <a:r>
              <a:rPr sz="2000" spc="-20" dirty="0"/>
              <a:t>đ</a:t>
            </a:r>
            <a:r>
              <a:rPr sz="2000" b="0" spc="-20" dirty="0">
                <a:latin typeface="Arial" panose="020B0604020202020204"/>
                <a:cs typeface="Arial" panose="020B0604020202020204"/>
              </a:rPr>
              <a:t>ỉ</a:t>
            </a:r>
            <a:r>
              <a:rPr sz="2000" spc="-20" dirty="0"/>
              <a:t>nh</a:t>
            </a:r>
            <a:endParaRPr sz="2000">
              <a:latin typeface="Arial" panose="020B0604020202020204"/>
              <a:cs typeface="Arial" panose="020B0604020202020204"/>
            </a:endParaRPr>
          </a:p>
          <a:p>
            <a:pPr marL="12700" marR="192405">
              <a:lnSpc>
                <a:spcPct val="100000"/>
              </a:lnSpc>
              <a:spcBef>
                <a:spcPts val="40"/>
              </a:spcBef>
            </a:pPr>
            <a:r>
              <a:rPr sz="2000" b="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Phân</a:t>
            </a:r>
            <a:r>
              <a:rPr sz="2000" b="0" spc="-45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sz="2000" b="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rã</a:t>
            </a:r>
            <a:r>
              <a:rPr sz="2000" b="0" spc="-4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sz="2000" b="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hệ</a:t>
            </a:r>
            <a:r>
              <a:rPr sz="2000" b="0" spc="-35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sz="2000" b="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thống</a:t>
            </a:r>
            <a:r>
              <a:rPr sz="2000" b="0" spc="-45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sz="2000" b="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thành</a:t>
            </a:r>
            <a:r>
              <a:rPr sz="2000" b="0" spc="-4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sz="2000" b="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chức</a:t>
            </a:r>
            <a:r>
              <a:rPr sz="2000" b="0" spc="-4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sz="2000" b="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năng</a:t>
            </a:r>
            <a:r>
              <a:rPr sz="2000" b="0" spc="-4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sz="2000" b="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con,</a:t>
            </a:r>
            <a:r>
              <a:rPr sz="2000" b="0" spc="-4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sz="2000" b="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chi</a:t>
            </a:r>
            <a:r>
              <a:rPr sz="2000" b="0" spc="-35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sz="2000" b="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tiết</a:t>
            </a:r>
            <a:r>
              <a:rPr sz="2000" b="0" spc="-4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sz="2000" b="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luồng</a:t>
            </a:r>
            <a:r>
              <a:rPr sz="2000" b="0" spc="-4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sz="2000" b="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dữ</a:t>
            </a:r>
            <a:r>
              <a:rPr sz="2000" b="0" spc="-45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sz="2000" b="0" spc="-2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liệu </a:t>
            </a:r>
            <a:r>
              <a:rPr sz="2000" b="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và</a:t>
            </a:r>
            <a:r>
              <a:rPr sz="2000" b="0" spc="-3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sz="2000" b="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kho</a:t>
            </a:r>
            <a:r>
              <a:rPr sz="2000" b="0" spc="-3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sz="2000" b="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dữ</a:t>
            </a:r>
            <a:r>
              <a:rPr sz="2000" b="0" spc="-3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sz="2000" b="0" spc="-2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liệu.</a:t>
            </a:r>
            <a:endParaRPr sz="2000">
              <a:latin typeface="Calibri" panose="020F0502020204030204"/>
              <a:cs typeface="Calibri" panose="020F0502020204030204"/>
            </a:endParaRPr>
          </a:p>
          <a:p>
            <a:pPr>
              <a:lnSpc>
                <a:spcPct val="100000"/>
              </a:lnSpc>
              <a:spcBef>
                <a:spcPts val="120"/>
              </a:spcBef>
            </a:pPr>
            <a:endParaRPr sz="2000">
              <a:latin typeface="Calibri" panose="020F0502020204030204"/>
              <a:cs typeface="Calibri" panose="020F0502020204030204"/>
            </a:endParaRPr>
          </a:p>
          <a:p>
            <a:pPr marL="297815" indent="-285115">
              <a:lnSpc>
                <a:spcPct val="100000"/>
              </a:lnSpc>
              <a:buFont typeface="Arial" panose="020B0604020202020204"/>
              <a:buChar char="•"/>
              <a:tabLst>
                <a:tab pos="297815" algn="l"/>
              </a:tabLst>
            </a:pPr>
            <a:r>
              <a:rPr sz="2000" spc="140" dirty="0"/>
              <a:t>Top-</a:t>
            </a:r>
            <a:r>
              <a:rPr sz="2000" spc="-20" dirty="0"/>
              <a:t>Down</a:t>
            </a:r>
            <a:endParaRPr sz="2000"/>
          </a:p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sz="2000" b="0" spc="-3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Từ</a:t>
            </a:r>
            <a:r>
              <a:rPr sz="2000" b="0" spc="-5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sz="2000" b="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tổng</a:t>
            </a:r>
            <a:r>
              <a:rPr sz="2000" b="0" spc="-45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sz="2000" b="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thể</a:t>
            </a:r>
            <a:r>
              <a:rPr sz="2000" b="0" spc="-4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sz="2000" b="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đến</a:t>
            </a:r>
            <a:r>
              <a:rPr sz="2000" b="0" spc="-45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sz="2000" b="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chi</a:t>
            </a:r>
            <a:r>
              <a:rPr sz="2000" b="0" spc="-4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sz="2000" b="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tiết,</a:t>
            </a:r>
            <a:r>
              <a:rPr sz="2000" b="0" spc="-4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sz="2000" b="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kiểm</a:t>
            </a:r>
            <a:r>
              <a:rPr sz="2000" b="0" spc="-4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sz="2000" b="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soát</a:t>
            </a:r>
            <a:r>
              <a:rPr sz="2000" b="0" spc="-4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sz="2000" b="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phạm</a:t>
            </a:r>
            <a:r>
              <a:rPr sz="2000" b="0" spc="-45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sz="2000" b="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vi</a:t>
            </a:r>
            <a:r>
              <a:rPr sz="2000" b="0" spc="-4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sz="2000" b="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hệ</a:t>
            </a:r>
            <a:r>
              <a:rPr sz="2000" b="0" spc="-4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sz="2000" b="0" spc="-1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thống.</a:t>
            </a:r>
            <a:endParaRPr sz="2000">
              <a:latin typeface="Calibri" panose="020F0502020204030204"/>
              <a:cs typeface="Calibri" panose="020F0502020204030204"/>
            </a:endParaRPr>
          </a:p>
          <a:p>
            <a:pPr>
              <a:lnSpc>
                <a:spcPct val="100000"/>
              </a:lnSpc>
              <a:spcBef>
                <a:spcPts val="120"/>
              </a:spcBef>
            </a:pPr>
            <a:endParaRPr sz="2000">
              <a:latin typeface="Calibri" panose="020F0502020204030204"/>
              <a:cs typeface="Calibri" panose="020F0502020204030204"/>
            </a:endParaRPr>
          </a:p>
          <a:p>
            <a:pPr marL="297815" indent="-285115">
              <a:lnSpc>
                <a:spcPct val="100000"/>
              </a:lnSpc>
              <a:buFont typeface="Arial" panose="020B0604020202020204"/>
              <a:buChar char="•"/>
              <a:tabLst>
                <a:tab pos="297815" algn="l"/>
              </a:tabLst>
            </a:pPr>
            <a:r>
              <a:rPr sz="2000" spc="110" dirty="0"/>
              <a:t>Bottom-</a:t>
            </a:r>
            <a:r>
              <a:rPr sz="2000" spc="-25" dirty="0"/>
              <a:t>Up</a:t>
            </a:r>
            <a:endParaRPr sz="2000"/>
          </a:p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sz="2000" b="0" spc="-3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Từ</a:t>
            </a:r>
            <a:r>
              <a:rPr sz="2000" b="0" spc="-5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sz="2000" b="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chi</a:t>
            </a:r>
            <a:r>
              <a:rPr sz="2000" b="0" spc="-4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sz="2000" b="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tiết</a:t>
            </a:r>
            <a:r>
              <a:rPr sz="2000" b="0" spc="-4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sz="2000" b="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đến</a:t>
            </a:r>
            <a:r>
              <a:rPr sz="2000" b="0" spc="-45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sz="2000" b="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tổng</a:t>
            </a:r>
            <a:r>
              <a:rPr sz="2000" b="0" spc="-45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sz="2000" b="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thể,</a:t>
            </a:r>
            <a:r>
              <a:rPr sz="2000" b="0" spc="-45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sz="2000" b="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phù</a:t>
            </a:r>
            <a:r>
              <a:rPr sz="2000" b="0" spc="-45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sz="2000" b="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hợp</a:t>
            </a:r>
            <a:r>
              <a:rPr sz="2000" b="0" spc="-45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sz="2000" b="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với</a:t>
            </a:r>
            <a:r>
              <a:rPr sz="2000" b="0" spc="-4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sz="2000" b="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module</a:t>
            </a:r>
            <a:r>
              <a:rPr sz="2000" b="0" spc="-4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sz="2000" b="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có</a:t>
            </a:r>
            <a:r>
              <a:rPr sz="2000" b="0" spc="-45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sz="2000" b="0" spc="-20" dirty="0">
                <a:solidFill>
                  <a:srgbClr val="000000"/>
                </a:solidFill>
                <a:latin typeface="Calibri" panose="020F0502020204030204"/>
                <a:cs typeface="Calibri" panose="020F0502020204030204"/>
              </a:rPr>
              <a:t>sẵn.</a:t>
            </a:r>
            <a:endParaRPr sz="20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761"/>
            <a:ext cx="14630400" cy="8228965"/>
            <a:chOff x="0" y="761"/>
            <a:chExt cx="14630400" cy="8228965"/>
          </a:xfrm>
        </p:grpSpPr>
        <p:sp>
          <p:nvSpPr>
            <p:cNvPr id="5" name="object 5"/>
            <p:cNvSpPr/>
            <p:nvPr/>
          </p:nvSpPr>
          <p:spPr>
            <a:xfrm>
              <a:off x="0" y="7735823"/>
              <a:ext cx="14630400" cy="494030"/>
            </a:xfrm>
            <a:custGeom>
              <a:avLst/>
              <a:gdLst/>
              <a:ahLst/>
              <a:cxnLst/>
              <a:rect l="l" t="t" r="r" b="b"/>
              <a:pathLst>
                <a:path w="14630400" h="494029">
                  <a:moveTo>
                    <a:pt x="14630400" y="493775"/>
                  </a:moveTo>
                  <a:lnTo>
                    <a:pt x="0" y="493775"/>
                  </a:lnTo>
                  <a:lnTo>
                    <a:pt x="0" y="91440"/>
                  </a:lnTo>
                  <a:lnTo>
                    <a:pt x="7102" y="55881"/>
                  </a:lnTo>
                  <a:lnTo>
                    <a:pt x="26431" y="26908"/>
                  </a:lnTo>
                  <a:lnTo>
                    <a:pt x="55024" y="7340"/>
                  </a:lnTo>
                  <a:lnTo>
                    <a:pt x="89916" y="0"/>
                  </a:lnTo>
                  <a:lnTo>
                    <a:pt x="14630400" y="0"/>
                  </a:lnTo>
                  <a:lnTo>
                    <a:pt x="14630400" y="493775"/>
                  </a:lnTo>
                  <a:close/>
                </a:path>
              </a:pathLst>
            </a:custGeom>
            <a:solidFill>
              <a:srgbClr val="F1EDED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761" y="761"/>
              <a:ext cx="14629130" cy="8228330"/>
            </a:xfrm>
            <a:custGeom>
              <a:avLst/>
              <a:gdLst/>
              <a:ahLst/>
              <a:cxnLst/>
              <a:rect l="l" t="t" r="r" b="b"/>
              <a:pathLst>
                <a:path w="14629130" h="8228330">
                  <a:moveTo>
                    <a:pt x="0" y="0"/>
                  </a:moveTo>
                  <a:lnTo>
                    <a:pt x="14628876" y="0"/>
                  </a:lnTo>
                  <a:lnTo>
                    <a:pt x="14628876" y="8228076"/>
                  </a:lnTo>
                  <a:lnTo>
                    <a:pt x="0" y="8228076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781088" y="1453946"/>
            <a:ext cx="3990975" cy="7353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80" dirty="0"/>
              <a:t>Thông</a:t>
            </a:r>
            <a:r>
              <a:rPr spc="95" dirty="0"/>
              <a:t> </a:t>
            </a:r>
            <a:r>
              <a:rPr spc="135" dirty="0"/>
              <a:t>tin</a:t>
            </a:r>
            <a:r>
              <a:rPr spc="95" dirty="0"/>
              <a:t> </a:t>
            </a:r>
            <a:r>
              <a:rPr spc="70" dirty="0"/>
              <a:t>vào</a:t>
            </a:r>
            <a:endParaRPr spc="70" dirty="0"/>
          </a:p>
        </p:txBody>
      </p:sp>
      <p:sp>
        <p:nvSpPr>
          <p:cNvPr id="4" name="object 4"/>
          <p:cNvSpPr/>
          <p:nvPr/>
        </p:nvSpPr>
        <p:spPr>
          <a:xfrm>
            <a:off x="794004" y="3211067"/>
            <a:ext cx="3665220" cy="2032000"/>
          </a:xfrm>
          <a:custGeom>
            <a:avLst/>
            <a:gdLst/>
            <a:ahLst/>
            <a:cxnLst/>
            <a:rect l="l" t="t" r="r" b="b"/>
            <a:pathLst>
              <a:path w="3665220" h="2032000">
                <a:moveTo>
                  <a:pt x="3630168" y="2031491"/>
                </a:moveTo>
                <a:lnTo>
                  <a:pt x="33527" y="2031491"/>
                </a:lnTo>
                <a:lnTo>
                  <a:pt x="20452" y="2029160"/>
                </a:lnTo>
                <a:lnTo>
                  <a:pt x="9744" y="2022033"/>
                </a:lnTo>
                <a:lnTo>
                  <a:pt x="2545" y="2011253"/>
                </a:lnTo>
                <a:lnTo>
                  <a:pt x="0" y="1997964"/>
                </a:lnTo>
                <a:lnTo>
                  <a:pt x="0" y="33527"/>
                </a:lnTo>
                <a:lnTo>
                  <a:pt x="2545" y="20195"/>
                </a:lnTo>
                <a:lnTo>
                  <a:pt x="9744" y="9401"/>
                </a:lnTo>
                <a:lnTo>
                  <a:pt x="20452" y="2288"/>
                </a:lnTo>
                <a:lnTo>
                  <a:pt x="33527" y="0"/>
                </a:lnTo>
                <a:lnTo>
                  <a:pt x="3630168" y="0"/>
                </a:lnTo>
                <a:lnTo>
                  <a:pt x="3643617" y="2288"/>
                </a:lnTo>
                <a:lnTo>
                  <a:pt x="3654609" y="9401"/>
                </a:lnTo>
                <a:lnTo>
                  <a:pt x="3662143" y="20195"/>
                </a:lnTo>
                <a:lnTo>
                  <a:pt x="3665220" y="33527"/>
                </a:lnTo>
                <a:lnTo>
                  <a:pt x="3665220" y="1997964"/>
                </a:lnTo>
                <a:lnTo>
                  <a:pt x="3662143" y="2011253"/>
                </a:lnTo>
                <a:lnTo>
                  <a:pt x="3654609" y="2022033"/>
                </a:lnTo>
                <a:lnTo>
                  <a:pt x="3643617" y="2029160"/>
                </a:lnTo>
                <a:lnTo>
                  <a:pt x="3630168" y="2031491"/>
                </a:lnTo>
                <a:close/>
              </a:path>
            </a:pathLst>
          </a:custGeom>
          <a:solidFill>
            <a:srgbClr val="F1EDED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" name="object 5"/>
          <p:cNvSpPr txBox="1"/>
          <p:nvPr/>
        </p:nvSpPr>
        <p:spPr>
          <a:xfrm>
            <a:off x="1007910" y="3432137"/>
            <a:ext cx="3025775" cy="15652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300" b="1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Thông</a:t>
            </a:r>
            <a:r>
              <a:rPr sz="2300" b="1" spc="130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2300" b="1" spc="75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tin</a:t>
            </a:r>
            <a:r>
              <a:rPr sz="2300" b="1" spc="135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2300" b="1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ng</a:t>
            </a:r>
            <a:r>
              <a:rPr sz="230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ườ</a:t>
            </a:r>
            <a:r>
              <a:rPr sz="2300" b="1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i</a:t>
            </a:r>
            <a:r>
              <a:rPr sz="2300" b="1" spc="135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2300" b="1" spc="-20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ch</a:t>
            </a:r>
            <a:r>
              <a:rPr sz="2300" spc="-2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ơ</a:t>
            </a:r>
            <a:r>
              <a:rPr sz="2300" b="1" spc="-20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i</a:t>
            </a:r>
            <a:endParaRPr sz="2300">
              <a:latin typeface="Palatino Linotype" panose="02040502050505030304"/>
              <a:cs typeface="Palatino Linotype" panose="02040502050505030304"/>
            </a:endParaRPr>
          </a:p>
          <a:p>
            <a:pPr marL="12700" marR="85090">
              <a:lnSpc>
                <a:spcPct val="136000"/>
              </a:lnSpc>
              <a:spcBef>
                <a:spcPts val="805"/>
              </a:spcBef>
            </a:pP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D</a:t>
            </a:r>
            <a:r>
              <a:rPr sz="175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ữ</a:t>
            </a:r>
            <a:r>
              <a:rPr sz="1750" spc="-55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li</a:t>
            </a:r>
            <a:r>
              <a:rPr sz="175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ệ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u</a:t>
            </a:r>
            <a:r>
              <a:rPr sz="1750" b="1" spc="-5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đăng</a:t>
            </a:r>
            <a:r>
              <a:rPr sz="1750" b="1" spc="-5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ký</a:t>
            </a:r>
            <a:r>
              <a:rPr sz="1750" b="1" spc="-6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5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tài</a:t>
            </a:r>
            <a:r>
              <a:rPr sz="1750" b="1" spc="-5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-1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kho</a:t>
            </a:r>
            <a:r>
              <a:rPr sz="1750" spc="-1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ả</a:t>
            </a:r>
            <a:r>
              <a:rPr sz="1750" b="1" spc="-1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n, 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đ</a:t>
            </a:r>
            <a:r>
              <a:rPr sz="175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ị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nh</a:t>
            </a:r>
            <a:r>
              <a:rPr sz="1750" b="1" spc="-8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-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danh</a:t>
            </a:r>
            <a:r>
              <a:rPr sz="1750" b="1" spc="-8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-1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ng</a:t>
            </a:r>
            <a:r>
              <a:rPr sz="1750" spc="-1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ườ</a:t>
            </a:r>
            <a:r>
              <a:rPr sz="1750" b="1" spc="-1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i</a:t>
            </a:r>
            <a:r>
              <a:rPr sz="1750" b="1" spc="-7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-1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ch</a:t>
            </a:r>
            <a:r>
              <a:rPr sz="1750" spc="-1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ơ</a:t>
            </a:r>
            <a:r>
              <a:rPr sz="1750" b="1" spc="-1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i,</a:t>
            </a:r>
            <a:r>
              <a:rPr sz="1750" b="1" spc="-7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-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g</a:t>
            </a:r>
            <a:r>
              <a:rPr sz="1750" spc="-2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ợ</a:t>
            </a:r>
            <a:r>
              <a:rPr sz="1750" b="1" spc="-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i</a:t>
            </a:r>
            <a:r>
              <a:rPr sz="1750" b="1" spc="-7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-5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ý </a:t>
            </a:r>
            <a:r>
              <a:rPr sz="1750" b="1" spc="9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tr</a:t>
            </a:r>
            <a:r>
              <a:rPr sz="1750" spc="95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ậ</a:t>
            </a:r>
            <a:r>
              <a:rPr sz="1750" b="1" spc="9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n</a:t>
            </a:r>
            <a:r>
              <a:rPr sz="1750" b="1" spc="-7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-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đ</a:t>
            </a:r>
            <a:r>
              <a:rPr sz="1750" spc="-2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ấ</a:t>
            </a:r>
            <a:r>
              <a:rPr sz="1750" b="1" spc="-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u.</a:t>
            </a:r>
            <a:endParaRPr sz="1750">
              <a:latin typeface="Century Gothic" panose="020B0502020202020204"/>
              <a:cs typeface="Century Gothic" panose="020B0502020202020204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4684776" y="3211067"/>
            <a:ext cx="3665220" cy="2032000"/>
          </a:xfrm>
          <a:custGeom>
            <a:avLst/>
            <a:gdLst/>
            <a:ahLst/>
            <a:cxnLst/>
            <a:rect l="l" t="t" r="r" b="b"/>
            <a:pathLst>
              <a:path w="3665220" h="2032000">
                <a:moveTo>
                  <a:pt x="3631692" y="2031491"/>
                </a:moveTo>
                <a:lnTo>
                  <a:pt x="35051" y="2031491"/>
                </a:lnTo>
                <a:lnTo>
                  <a:pt x="21538" y="2029160"/>
                </a:lnTo>
                <a:lnTo>
                  <a:pt x="10525" y="2022033"/>
                </a:lnTo>
                <a:lnTo>
                  <a:pt x="3012" y="2011253"/>
                </a:lnTo>
                <a:lnTo>
                  <a:pt x="0" y="1997964"/>
                </a:lnTo>
                <a:lnTo>
                  <a:pt x="0" y="33527"/>
                </a:lnTo>
                <a:lnTo>
                  <a:pt x="3012" y="20195"/>
                </a:lnTo>
                <a:lnTo>
                  <a:pt x="10525" y="9401"/>
                </a:lnTo>
                <a:lnTo>
                  <a:pt x="21538" y="2288"/>
                </a:lnTo>
                <a:lnTo>
                  <a:pt x="35051" y="0"/>
                </a:lnTo>
                <a:lnTo>
                  <a:pt x="3631692" y="0"/>
                </a:lnTo>
                <a:lnTo>
                  <a:pt x="3644767" y="2288"/>
                </a:lnTo>
                <a:lnTo>
                  <a:pt x="3655475" y="9401"/>
                </a:lnTo>
                <a:lnTo>
                  <a:pt x="3662674" y="20195"/>
                </a:lnTo>
                <a:lnTo>
                  <a:pt x="3665220" y="33527"/>
                </a:lnTo>
                <a:lnTo>
                  <a:pt x="3665220" y="1997964"/>
                </a:lnTo>
                <a:lnTo>
                  <a:pt x="3662674" y="2011253"/>
                </a:lnTo>
                <a:lnTo>
                  <a:pt x="3655475" y="2022033"/>
                </a:lnTo>
                <a:lnTo>
                  <a:pt x="3644767" y="2029160"/>
                </a:lnTo>
                <a:lnTo>
                  <a:pt x="3631692" y="2031491"/>
                </a:lnTo>
                <a:close/>
              </a:path>
            </a:pathLst>
          </a:custGeom>
          <a:solidFill>
            <a:srgbClr val="F1EDED"/>
          </a:solidFill>
        </p:spPr>
        <p:txBody>
          <a:bodyPr wrap="square" lIns="0" tIns="0" rIns="0" bIns="0" rtlCol="0"/>
          <a:lstStyle/>
          <a:p/>
        </p:txBody>
      </p:sp>
      <p:sp>
        <p:nvSpPr>
          <p:cNvPr id="7" name="object 7"/>
          <p:cNvSpPr txBox="1"/>
          <p:nvPr/>
        </p:nvSpPr>
        <p:spPr>
          <a:xfrm>
            <a:off x="4899456" y="3432137"/>
            <a:ext cx="3281679" cy="12033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300" b="1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Thông</a:t>
            </a:r>
            <a:r>
              <a:rPr sz="2300" b="1" spc="114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2300" b="1" spc="75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tin</a:t>
            </a:r>
            <a:r>
              <a:rPr sz="2300" b="1" spc="120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2300" b="1" spc="75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t</a:t>
            </a:r>
            <a:r>
              <a:rPr sz="2300" spc="75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ạ</a:t>
            </a:r>
            <a:r>
              <a:rPr sz="2300" b="1" spc="75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o</a:t>
            </a:r>
            <a:r>
              <a:rPr sz="2300" b="1" spc="114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2300" b="1" spc="55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tr</a:t>
            </a:r>
            <a:r>
              <a:rPr sz="2300" spc="55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ậ</a:t>
            </a:r>
            <a:r>
              <a:rPr sz="2300" b="1" spc="55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n</a:t>
            </a:r>
            <a:endParaRPr sz="2300">
              <a:latin typeface="Palatino Linotype" panose="02040502050505030304"/>
              <a:cs typeface="Palatino Linotype" panose="02040502050505030304"/>
            </a:endParaRPr>
          </a:p>
          <a:p>
            <a:pPr marL="12700" marR="5080">
              <a:lnSpc>
                <a:spcPct val="136000"/>
              </a:lnSpc>
              <a:spcBef>
                <a:spcPts val="805"/>
              </a:spcBef>
            </a:pP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N</a:t>
            </a:r>
            <a:r>
              <a:rPr sz="175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ộ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i</a:t>
            </a:r>
            <a:r>
              <a:rPr sz="1750" b="1" spc="-8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-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dung</a:t>
            </a:r>
            <a:r>
              <a:rPr sz="1750" b="1" spc="-7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9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tr</a:t>
            </a:r>
            <a:r>
              <a:rPr sz="1750" spc="95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ậ</a:t>
            </a:r>
            <a:r>
              <a:rPr sz="1750" b="1" spc="9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n</a:t>
            </a:r>
            <a:r>
              <a:rPr sz="1750" b="1" spc="-7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đ</a:t>
            </a:r>
            <a:r>
              <a:rPr sz="175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ấ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u:</a:t>
            </a:r>
            <a:r>
              <a:rPr sz="1750" b="1" spc="-8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-3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môn,</a:t>
            </a:r>
            <a:r>
              <a:rPr sz="1750" b="1" spc="-8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5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th</a:t>
            </a:r>
            <a:r>
              <a:rPr sz="1750" spc="5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ờ</a:t>
            </a:r>
            <a:r>
              <a:rPr sz="1750" b="1" spc="5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i </a:t>
            </a:r>
            <a:r>
              <a:rPr sz="1750" b="1" spc="-5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gian,</a:t>
            </a:r>
            <a:r>
              <a:rPr sz="1750" b="1" spc="-7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-3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đ</a:t>
            </a:r>
            <a:r>
              <a:rPr sz="1750" spc="-3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ị</a:t>
            </a:r>
            <a:r>
              <a:rPr sz="1750" b="1" spc="-3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a</a:t>
            </a:r>
            <a:r>
              <a:rPr sz="1750" b="1" spc="-7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đi</a:t>
            </a:r>
            <a:r>
              <a:rPr sz="175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ể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m,</a:t>
            </a:r>
            <a:r>
              <a:rPr sz="1750" b="1" spc="-7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7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s</a:t>
            </a:r>
            <a:r>
              <a:rPr sz="1750" spc="7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ố</a:t>
            </a:r>
            <a:r>
              <a:rPr sz="1750" spc="-6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750" b="1" spc="-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l</a:t>
            </a:r>
            <a:r>
              <a:rPr sz="1750" spc="-2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ượ</a:t>
            </a:r>
            <a:r>
              <a:rPr sz="1750" b="1" spc="-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ng</a:t>
            </a:r>
            <a:r>
              <a:rPr sz="1750" b="1" spc="-6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-1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ng</a:t>
            </a:r>
            <a:r>
              <a:rPr sz="1750" spc="-1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ườ</a:t>
            </a:r>
            <a:r>
              <a:rPr sz="1750" b="1" spc="-1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i.</a:t>
            </a:r>
            <a:endParaRPr sz="1750">
              <a:latin typeface="Century Gothic" panose="020B0502020202020204"/>
              <a:cs typeface="Century Gothic" panose="020B0502020202020204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794004" y="5469635"/>
            <a:ext cx="7556500" cy="1308100"/>
          </a:xfrm>
          <a:custGeom>
            <a:avLst/>
            <a:gdLst/>
            <a:ahLst/>
            <a:cxnLst/>
            <a:rect l="l" t="t" r="r" b="b"/>
            <a:pathLst>
              <a:path w="7556500" h="1308100">
                <a:moveTo>
                  <a:pt x="7522464" y="1307591"/>
                </a:moveTo>
                <a:lnTo>
                  <a:pt x="33527" y="1307591"/>
                </a:lnTo>
                <a:lnTo>
                  <a:pt x="20447" y="1304729"/>
                </a:lnTo>
                <a:lnTo>
                  <a:pt x="9739" y="1297266"/>
                </a:lnTo>
                <a:lnTo>
                  <a:pt x="2543" y="1286203"/>
                </a:lnTo>
                <a:lnTo>
                  <a:pt x="0" y="1272539"/>
                </a:lnTo>
                <a:lnTo>
                  <a:pt x="0" y="35051"/>
                </a:lnTo>
                <a:lnTo>
                  <a:pt x="2543" y="21402"/>
                </a:lnTo>
                <a:lnTo>
                  <a:pt x="9739" y="10344"/>
                </a:lnTo>
                <a:lnTo>
                  <a:pt x="20447" y="2876"/>
                </a:lnTo>
                <a:lnTo>
                  <a:pt x="33527" y="0"/>
                </a:lnTo>
                <a:lnTo>
                  <a:pt x="7522464" y="0"/>
                </a:lnTo>
                <a:lnTo>
                  <a:pt x="7535544" y="2876"/>
                </a:lnTo>
                <a:lnTo>
                  <a:pt x="7546252" y="10344"/>
                </a:lnTo>
                <a:lnTo>
                  <a:pt x="7553448" y="21402"/>
                </a:lnTo>
                <a:lnTo>
                  <a:pt x="7555992" y="35051"/>
                </a:lnTo>
                <a:lnTo>
                  <a:pt x="7555992" y="1272539"/>
                </a:lnTo>
                <a:lnTo>
                  <a:pt x="7553448" y="1286203"/>
                </a:lnTo>
                <a:lnTo>
                  <a:pt x="7546252" y="1297266"/>
                </a:lnTo>
                <a:lnTo>
                  <a:pt x="7535544" y="1304729"/>
                </a:lnTo>
                <a:lnTo>
                  <a:pt x="7522464" y="1307591"/>
                </a:lnTo>
                <a:close/>
              </a:path>
            </a:pathLst>
          </a:custGeom>
          <a:solidFill>
            <a:srgbClr val="F1EDED"/>
          </a:solidFill>
        </p:spPr>
        <p:txBody>
          <a:bodyPr wrap="square" lIns="0" tIns="0" rIns="0" bIns="0" rtlCol="0"/>
          <a:lstStyle/>
          <a:p/>
        </p:txBody>
      </p:sp>
      <p:sp>
        <p:nvSpPr>
          <p:cNvPr id="9" name="object 9"/>
          <p:cNvSpPr txBox="1"/>
          <p:nvPr/>
        </p:nvSpPr>
        <p:spPr>
          <a:xfrm>
            <a:off x="1007910" y="5691708"/>
            <a:ext cx="5834380" cy="8413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300" b="1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Thông</a:t>
            </a:r>
            <a:r>
              <a:rPr sz="2300" b="1" spc="110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2300" b="1" spc="75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tin</a:t>
            </a:r>
            <a:r>
              <a:rPr sz="2300" b="1" spc="114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2300" b="1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ng</a:t>
            </a:r>
            <a:r>
              <a:rPr sz="230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ườ</a:t>
            </a:r>
            <a:r>
              <a:rPr sz="2300" b="1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i</a:t>
            </a:r>
            <a:r>
              <a:rPr sz="2300" b="1" spc="114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2300" b="1" spc="95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tham</a:t>
            </a:r>
            <a:r>
              <a:rPr sz="2300" b="1" spc="114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2300" b="1" spc="-25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gia</a:t>
            </a:r>
            <a:endParaRPr sz="2300">
              <a:latin typeface="Palatino Linotype" panose="02040502050505030304"/>
              <a:cs typeface="Palatino Linotype" panose="02040502050505030304"/>
            </a:endParaRPr>
          </a:p>
          <a:p>
            <a:pPr marL="12700">
              <a:lnSpc>
                <a:spcPct val="100000"/>
              </a:lnSpc>
              <a:spcBef>
                <a:spcPts val="1555"/>
              </a:spcBef>
            </a:pP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Yêu</a:t>
            </a:r>
            <a:r>
              <a:rPr sz="1750" b="1" spc="-5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-1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c</a:t>
            </a:r>
            <a:r>
              <a:rPr sz="1750" spc="-1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ầ</a:t>
            </a:r>
            <a:r>
              <a:rPr sz="1750" b="1" spc="-1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u</a:t>
            </a:r>
            <a:r>
              <a:rPr sz="1750" b="1" spc="-5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tham</a:t>
            </a:r>
            <a:r>
              <a:rPr sz="1750" b="1" spc="-6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-7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gia,</a:t>
            </a:r>
            <a:r>
              <a:rPr sz="1750" b="1" spc="-6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qu</a:t>
            </a:r>
            <a:r>
              <a:rPr sz="175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ả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n</a:t>
            </a:r>
            <a:r>
              <a:rPr sz="1750" b="1" spc="-5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lý</a:t>
            </a:r>
            <a:r>
              <a:rPr sz="1750" b="1" spc="-5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7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s</a:t>
            </a:r>
            <a:r>
              <a:rPr sz="1750" spc="7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ố</a:t>
            </a:r>
            <a:r>
              <a:rPr sz="1750" spc="-5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750" b="1" spc="-2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l</a:t>
            </a:r>
            <a:r>
              <a:rPr sz="1750" spc="-25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ượ</a:t>
            </a:r>
            <a:r>
              <a:rPr sz="1750" b="1" spc="-2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ng,</a:t>
            </a:r>
            <a:r>
              <a:rPr sz="1750" b="1" spc="-6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ki</a:t>
            </a:r>
            <a:r>
              <a:rPr sz="175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ể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m</a:t>
            </a:r>
            <a:r>
              <a:rPr sz="1750" b="1" spc="-6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8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tra</a:t>
            </a:r>
            <a:r>
              <a:rPr sz="1750" b="1" spc="-6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đi</a:t>
            </a:r>
            <a:r>
              <a:rPr sz="175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ề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u</a:t>
            </a:r>
            <a:r>
              <a:rPr sz="1750" b="1" spc="-5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-1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ki</a:t>
            </a:r>
            <a:r>
              <a:rPr sz="1750" spc="-1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ệ</a:t>
            </a:r>
            <a:r>
              <a:rPr sz="1750" b="1" spc="-1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n.</a:t>
            </a:r>
            <a:endParaRPr sz="1750">
              <a:latin typeface="Century Gothic" panose="020B0502020202020204"/>
              <a:cs typeface="Century Gothic" panose="020B0502020202020204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761"/>
            <a:ext cx="14630400" cy="8228965"/>
            <a:chOff x="0" y="761"/>
            <a:chExt cx="14630400" cy="8228965"/>
          </a:xfrm>
        </p:grpSpPr>
        <p:sp>
          <p:nvSpPr>
            <p:cNvPr id="11" name="object 11"/>
            <p:cNvSpPr/>
            <p:nvPr/>
          </p:nvSpPr>
          <p:spPr>
            <a:xfrm>
              <a:off x="0" y="7735823"/>
              <a:ext cx="14630400" cy="494030"/>
            </a:xfrm>
            <a:custGeom>
              <a:avLst/>
              <a:gdLst/>
              <a:ahLst/>
              <a:cxnLst/>
              <a:rect l="l" t="t" r="r" b="b"/>
              <a:pathLst>
                <a:path w="14630400" h="494029">
                  <a:moveTo>
                    <a:pt x="14630400" y="493775"/>
                  </a:moveTo>
                  <a:lnTo>
                    <a:pt x="0" y="493775"/>
                  </a:lnTo>
                  <a:lnTo>
                    <a:pt x="0" y="91440"/>
                  </a:lnTo>
                  <a:lnTo>
                    <a:pt x="7102" y="55881"/>
                  </a:lnTo>
                  <a:lnTo>
                    <a:pt x="26431" y="26908"/>
                  </a:lnTo>
                  <a:lnTo>
                    <a:pt x="55024" y="7340"/>
                  </a:lnTo>
                  <a:lnTo>
                    <a:pt x="89916" y="0"/>
                  </a:lnTo>
                  <a:lnTo>
                    <a:pt x="14630400" y="0"/>
                  </a:lnTo>
                  <a:lnTo>
                    <a:pt x="14630400" y="493775"/>
                  </a:lnTo>
                  <a:close/>
                </a:path>
              </a:pathLst>
            </a:custGeom>
            <a:solidFill>
              <a:srgbClr val="F1EDED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761" y="761"/>
              <a:ext cx="14629130" cy="8228330"/>
            </a:xfrm>
            <a:custGeom>
              <a:avLst/>
              <a:gdLst/>
              <a:ahLst/>
              <a:cxnLst/>
              <a:rect l="l" t="t" r="r" b="b"/>
              <a:pathLst>
                <a:path w="14629130" h="8228330">
                  <a:moveTo>
                    <a:pt x="0" y="0"/>
                  </a:moveTo>
                  <a:lnTo>
                    <a:pt x="14628876" y="0"/>
                  </a:lnTo>
                  <a:lnTo>
                    <a:pt x="14628876" y="8228076"/>
                  </a:lnTo>
                  <a:lnTo>
                    <a:pt x="0" y="8228076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44539" rIns="0" bIns="0" rtlCol="0">
            <a:spAutoFit/>
          </a:bodyPr>
          <a:lstStyle/>
          <a:p>
            <a:pPr marL="252730">
              <a:lnSpc>
                <a:spcPct val="100000"/>
              </a:lnSpc>
              <a:spcBef>
                <a:spcPts val="105"/>
              </a:spcBef>
            </a:pPr>
            <a:r>
              <a:rPr spc="80" dirty="0"/>
              <a:t>Thông</a:t>
            </a:r>
            <a:r>
              <a:rPr spc="95" dirty="0"/>
              <a:t> </a:t>
            </a:r>
            <a:r>
              <a:rPr spc="135" dirty="0"/>
              <a:t>tin</a:t>
            </a:r>
            <a:r>
              <a:rPr spc="95" dirty="0"/>
              <a:t> </a:t>
            </a:r>
            <a:r>
              <a:rPr spc="190" dirty="0"/>
              <a:t>ra</a:t>
            </a:r>
            <a:endParaRPr spc="190" dirty="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55992" y="2449333"/>
            <a:ext cx="513499" cy="436857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520355" y="2524289"/>
            <a:ext cx="1579880" cy="222440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 marR="104140">
              <a:lnSpc>
                <a:spcPts val="2900"/>
              </a:lnSpc>
              <a:spcBef>
                <a:spcPts val="85"/>
              </a:spcBef>
            </a:pPr>
            <a:r>
              <a:rPr sz="2300" b="1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Danh</a:t>
            </a:r>
            <a:r>
              <a:rPr sz="2300" b="1" spc="70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2300" b="1" spc="45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sách </a:t>
            </a:r>
            <a:r>
              <a:rPr sz="2300" b="1" spc="75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tr</a:t>
            </a:r>
            <a:r>
              <a:rPr sz="2300" spc="75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ậ</a:t>
            </a:r>
            <a:r>
              <a:rPr sz="2300" b="1" spc="75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n</a:t>
            </a:r>
            <a:r>
              <a:rPr sz="2300" b="1" spc="55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2300" b="1" spc="-25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đ</a:t>
            </a:r>
            <a:r>
              <a:rPr sz="2300" spc="-25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ấ</a:t>
            </a:r>
            <a:r>
              <a:rPr sz="2300" b="1" spc="-25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u</a:t>
            </a:r>
            <a:endParaRPr sz="2300">
              <a:latin typeface="Palatino Linotype" panose="02040502050505030304"/>
              <a:cs typeface="Palatino Linotype" panose="02040502050505030304"/>
            </a:endParaRPr>
          </a:p>
          <a:p>
            <a:pPr marL="12700" marR="5080">
              <a:lnSpc>
                <a:spcPct val="136000"/>
              </a:lnSpc>
              <a:spcBef>
                <a:spcPts val="125"/>
              </a:spcBef>
            </a:pPr>
            <a:r>
              <a:rPr sz="1750" b="1" spc="114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Tr</a:t>
            </a:r>
            <a:r>
              <a:rPr sz="1750" spc="114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ậ</a:t>
            </a:r>
            <a:r>
              <a:rPr sz="1750" b="1" spc="114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n</a:t>
            </a:r>
            <a:r>
              <a:rPr sz="1750" b="1" spc="-5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đ</a:t>
            </a:r>
            <a:r>
              <a:rPr sz="175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ấ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u</a:t>
            </a:r>
            <a:r>
              <a:rPr sz="1750" b="1" spc="-5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-4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đang </a:t>
            </a:r>
            <a:r>
              <a:rPr sz="1750" b="1" spc="-3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m</a:t>
            </a:r>
            <a:r>
              <a:rPr sz="1750" spc="-35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ở</a:t>
            </a:r>
            <a:r>
              <a:rPr sz="1750" b="1" spc="-3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, 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thông</a:t>
            </a:r>
            <a:r>
              <a:rPr sz="1750" b="1" spc="-2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7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tin 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chi</a:t>
            </a:r>
            <a:r>
              <a:rPr sz="1750" b="1" spc="-7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8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ti</a:t>
            </a:r>
            <a:r>
              <a:rPr sz="1750" spc="85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ế</a:t>
            </a:r>
            <a:r>
              <a:rPr sz="1750" b="1" spc="8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t,</a:t>
            </a:r>
            <a:r>
              <a:rPr sz="1750" b="1" spc="-7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-2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l</a:t>
            </a:r>
            <a:r>
              <a:rPr sz="1750" spc="-25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ọ</a:t>
            </a:r>
            <a:r>
              <a:rPr sz="1750" b="1" spc="-2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c 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theo</a:t>
            </a:r>
            <a:r>
              <a:rPr sz="1750" b="1" spc="-2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5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tiêu</a:t>
            </a:r>
            <a:r>
              <a:rPr sz="1750" b="1" spc="-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chí.</a:t>
            </a:r>
            <a:endParaRPr sz="1750">
              <a:latin typeface="Century Gothic" panose="020B0502020202020204"/>
              <a:cs typeface="Century Gothic" panose="020B0502020202020204"/>
            </a:endParaRPr>
          </a:p>
        </p:txBody>
      </p:sp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406272" y="2434004"/>
            <a:ext cx="490507" cy="475178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4163059" y="2524289"/>
            <a:ext cx="1584960" cy="222440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 marR="306705">
              <a:lnSpc>
                <a:spcPts val="2900"/>
              </a:lnSpc>
              <a:spcBef>
                <a:spcPts val="85"/>
              </a:spcBef>
            </a:pPr>
            <a:r>
              <a:rPr sz="2300" b="1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Đánh</a:t>
            </a:r>
            <a:r>
              <a:rPr sz="2300" b="1" spc="90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2300" b="1" spc="-25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giá </a:t>
            </a:r>
            <a:r>
              <a:rPr sz="2300" b="1" spc="75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tr</a:t>
            </a:r>
            <a:r>
              <a:rPr sz="2300" spc="75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ậ</a:t>
            </a:r>
            <a:r>
              <a:rPr sz="2300" b="1" spc="75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n</a:t>
            </a:r>
            <a:r>
              <a:rPr sz="2300" b="1" spc="55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2300" b="1" spc="-25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đ</a:t>
            </a:r>
            <a:r>
              <a:rPr sz="2300" spc="-25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ấ</a:t>
            </a:r>
            <a:r>
              <a:rPr sz="2300" b="1" spc="-25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u</a:t>
            </a:r>
            <a:endParaRPr sz="2300">
              <a:latin typeface="Palatino Linotype" panose="02040502050505030304"/>
              <a:cs typeface="Palatino Linotype" panose="02040502050505030304"/>
            </a:endParaRPr>
          </a:p>
          <a:p>
            <a:pPr marL="12700" marR="5080">
              <a:lnSpc>
                <a:spcPct val="136000"/>
              </a:lnSpc>
              <a:spcBef>
                <a:spcPts val="125"/>
              </a:spcBef>
            </a:pPr>
            <a:r>
              <a:rPr sz="1750" b="1" spc="-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Ch</a:t>
            </a:r>
            <a:r>
              <a:rPr sz="1750" spc="-2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ấ</a:t>
            </a:r>
            <a:r>
              <a:rPr sz="1750" b="1" spc="-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m</a:t>
            </a:r>
            <a:r>
              <a:rPr sz="1750" b="1" spc="-9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-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đi</a:t>
            </a:r>
            <a:r>
              <a:rPr sz="1750" spc="-2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ể</a:t>
            </a:r>
            <a:r>
              <a:rPr sz="1750" b="1" spc="-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m, 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nh</a:t>
            </a:r>
            <a:r>
              <a:rPr sz="175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ậ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n</a:t>
            </a:r>
            <a:r>
              <a:rPr sz="1750" b="1" spc="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xét, </a:t>
            </a:r>
            <a:r>
              <a:rPr sz="1750" b="1" spc="-2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c</a:t>
            </a:r>
            <a:r>
              <a:rPr sz="1750" spc="-25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ả</a:t>
            </a:r>
            <a:r>
              <a:rPr sz="1750" b="1" spc="-2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i </a:t>
            </a:r>
            <a:r>
              <a:rPr sz="1750" b="1" spc="6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thi</a:t>
            </a:r>
            <a:r>
              <a:rPr sz="1750" spc="6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ệ</a:t>
            </a:r>
            <a:r>
              <a:rPr sz="1750" b="1" spc="6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n</a:t>
            </a:r>
            <a:r>
              <a:rPr sz="1750" b="1" spc="-6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-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ch</a:t>
            </a:r>
            <a:r>
              <a:rPr sz="1750" spc="-2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ấ</a:t>
            </a:r>
            <a:r>
              <a:rPr sz="1750" b="1" spc="-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 l</a:t>
            </a:r>
            <a:r>
              <a:rPr sz="1750" spc="-2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ượ</a:t>
            </a:r>
            <a:r>
              <a:rPr sz="1750" b="1" spc="-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ng</a:t>
            </a:r>
            <a:r>
              <a:rPr sz="1750" b="1" spc="-7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11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</a:t>
            </a:r>
            <a:r>
              <a:rPr sz="1750" spc="11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ổ</a:t>
            </a:r>
            <a:r>
              <a:rPr sz="1750" spc="-7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750" b="1" spc="-2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ch</a:t>
            </a:r>
            <a:r>
              <a:rPr sz="1750" spc="-25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ứ</a:t>
            </a:r>
            <a:r>
              <a:rPr sz="1750" b="1" spc="-2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c.</a:t>
            </a:r>
            <a:endParaRPr sz="1750">
              <a:latin typeface="Century Gothic" panose="020B0502020202020204"/>
              <a:cs typeface="Century Gothic" panose="020B0502020202020204"/>
            </a:endParaRPr>
          </a:p>
        </p:txBody>
      </p:sp>
      <p:pic>
        <p:nvPicPr>
          <p:cNvPr id="8" name="object 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056552" y="2403348"/>
            <a:ext cx="467514" cy="528827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6805777" y="2524289"/>
            <a:ext cx="1558925" cy="222440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 marR="5080">
              <a:lnSpc>
                <a:spcPts val="2900"/>
              </a:lnSpc>
              <a:spcBef>
                <a:spcPts val="85"/>
              </a:spcBef>
            </a:pPr>
            <a:r>
              <a:rPr sz="2300" b="1" spc="-30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H</a:t>
            </a:r>
            <a:r>
              <a:rPr sz="2300" spc="-3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ồ</a:t>
            </a:r>
            <a:r>
              <a:rPr sz="2300" spc="-125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300" b="1" spc="-25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s</a:t>
            </a:r>
            <a:r>
              <a:rPr sz="2300" spc="-25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ơ </a:t>
            </a:r>
            <a:r>
              <a:rPr sz="2300" b="1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ng</a:t>
            </a:r>
            <a:r>
              <a:rPr sz="230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ườ</a:t>
            </a:r>
            <a:r>
              <a:rPr sz="2300" b="1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i</a:t>
            </a:r>
            <a:r>
              <a:rPr sz="2300" b="1" spc="100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2300" b="1" spc="-20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ch</a:t>
            </a:r>
            <a:r>
              <a:rPr sz="2300" spc="-2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ơ</a:t>
            </a:r>
            <a:r>
              <a:rPr sz="2300" b="1" spc="-20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i</a:t>
            </a:r>
            <a:endParaRPr sz="2300">
              <a:latin typeface="Palatino Linotype" panose="02040502050505030304"/>
              <a:cs typeface="Palatino Linotype" panose="02040502050505030304"/>
            </a:endParaRPr>
          </a:p>
          <a:p>
            <a:pPr marL="12700" marR="119380">
              <a:lnSpc>
                <a:spcPct val="136000"/>
              </a:lnSpc>
              <a:spcBef>
                <a:spcPts val="125"/>
              </a:spcBef>
            </a:pP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L</a:t>
            </a:r>
            <a:r>
              <a:rPr sz="175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ị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ch</a:t>
            </a:r>
            <a:r>
              <a:rPr sz="1750" b="1" spc="-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6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s</a:t>
            </a:r>
            <a:r>
              <a:rPr sz="1750" spc="65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ử</a:t>
            </a:r>
            <a:r>
              <a:rPr sz="175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750" b="1" spc="-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tham </a:t>
            </a:r>
            <a:r>
              <a:rPr sz="1750" b="1" spc="-7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gia,</a:t>
            </a:r>
            <a:r>
              <a:rPr sz="1750" b="1" spc="-8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đánh</a:t>
            </a:r>
            <a:r>
              <a:rPr sz="1750" b="1" spc="-9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-6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giá, </a:t>
            </a:r>
            <a:r>
              <a:rPr sz="1750" b="1" spc="114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</a:t>
            </a:r>
            <a:r>
              <a:rPr sz="1750" spc="114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ỷ</a:t>
            </a:r>
            <a:r>
              <a:rPr sz="1750" spc="-7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l</a:t>
            </a:r>
            <a:r>
              <a:rPr sz="175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ệ</a:t>
            </a:r>
            <a:r>
              <a:rPr sz="1750" spc="-65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750" b="1" spc="10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</a:t>
            </a:r>
            <a:r>
              <a:rPr sz="1750" spc="105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ừ</a:t>
            </a:r>
            <a:r>
              <a:rPr sz="1750" spc="-7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750" b="1" spc="-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ch</a:t>
            </a:r>
            <a:r>
              <a:rPr sz="1750" spc="-2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ố</a:t>
            </a:r>
            <a:r>
              <a:rPr sz="1750" b="1" spc="-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i, 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minh</a:t>
            </a:r>
            <a:r>
              <a:rPr sz="1750" b="1" spc="-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-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b</a:t>
            </a:r>
            <a:r>
              <a:rPr sz="1750" spc="-2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ạ</a:t>
            </a:r>
            <a:r>
              <a:rPr sz="1750" b="1" spc="-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ch.</a:t>
            </a:r>
            <a:endParaRPr sz="1750">
              <a:latin typeface="Century Gothic" panose="020B0502020202020204"/>
              <a:cs typeface="Century Gothic" panose="020B0502020202020204"/>
            </a:endParaRPr>
          </a:p>
        </p:txBody>
      </p:sp>
      <p:pic>
        <p:nvPicPr>
          <p:cNvPr id="10" name="object 10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40663" y="5229020"/>
            <a:ext cx="528828" cy="467514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1520355" y="5319039"/>
            <a:ext cx="1480820" cy="222440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 marR="50800" algn="just">
              <a:lnSpc>
                <a:spcPts val="2900"/>
              </a:lnSpc>
              <a:spcBef>
                <a:spcPts val="85"/>
              </a:spcBef>
            </a:pPr>
            <a:r>
              <a:rPr sz="2300" b="1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Th</a:t>
            </a:r>
            <a:r>
              <a:rPr sz="230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ố</a:t>
            </a:r>
            <a:r>
              <a:rPr sz="2300" b="1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ng</a:t>
            </a:r>
            <a:r>
              <a:rPr sz="2300" b="1" spc="165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2300" b="1" spc="-25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kê </a:t>
            </a:r>
            <a:r>
              <a:rPr sz="2300" b="1" spc="70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ho</a:t>
            </a:r>
            <a:r>
              <a:rPr sz="2300" spc="7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ạ</a:t>
            </a:r>
            <a:r>
              <a:rPr sz="2300" b="1" spc="70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t</a:t>
            </a:r>
            <a:r>
              <a:rPr sz="2300" b="1" spc="55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2300" b="1" spc="-20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đ</a:t>
            </a:r>
            <a:r>
              <a:rPr sz="2300" spc="-2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ộ</a:t>
            </a:r>
            <a:r>
              <a:rPr sz="2300" b="1" spc="-20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ng</a:t>
            </a:r>
            <a:endParaRPr sz="2300">
              <a:latin typeface="Palatino Linotype" panose="02040502050505030304"/>
              <a:cs typeface="Palatino Linotype" panose="02040502050505030304"/>
            </a:endParaRPr>
          </a:p>
          <a:p>
            <a:pPr marL="12700" marR="5080" algn="just">
              <a:lnSpc>
                <a:spcPct val="136000"/>
              </a:lnSpc>
              <a:spcBef>
                <a:spcPts val="125"/>
              </a:spcBef>
            </a:pPr>
            <a:r>
              <a:rPr sz="1750" b="1" spc="-4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Báo</a:t>
            </a:r>
            <a:r>
              <a:rPr sz="1750" b="1" spc="-5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-1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cáo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-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</a:t>
            </a:r>
            <a:r>
              <a:rPr sz="1750" spc="-2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ổ</a:t>
            </a:r>
            <a:r>
              <a:rPr sz="1750" b="1" spc="-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ng 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th</a:t>
            </a:r>
            <a:r>
              <a:rPr sz="175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ể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,</a:t>
            </a:r>
            <a:r>
              <a:rPr sz="1750" b="1" spc="8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-17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cá</a:t>
            </a:r>
            <a:r>
              <a:rPr sz="1750" b="1" spc="8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-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nhân, 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theo</a:t>
            </a:r>
            <a:r>
              <a:rPr sz="1750" b="1" spc="-4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dõi</a:t>
            </a:r>
            <a:r>
              <a:rPr sz="1750" b="1" spc="-4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-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hi</a:t>
            </a:r>
            <a:r>
              <a:rPr sz="1750" spc="-2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ệ</a:t>
            </a:r>
            <a:r>
              <a:rPr sz="1750" b="1" spc="-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u 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qu</a:t>
            </a:r>
            <a:r>
              <a:rPr sz="175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ả</a:t>
            </a:r>
            <a:r>
              <a:rPr sz="1750" spc="-7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h</a:t>
            </a:r>
            <a:r>
              <a:rPr sz="175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ệ</a:t>
            </a:r>
            <a:r>
              <a:rPr sz="1750" spc="-7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750" b="1" spc="-1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th</a:t>
            </a:r>
            <a:r>
              <a:rPr sz="1750" spc="-1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ố</a:t>
            </a:r>
            <a:r>
              <a:rPr sz="1750" b="1" spc="-1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ng.</a:t>
            </a:r>
            <a:endParaRPr sz="1750">
              <a:latin typeface="Century Gothic" panose="020B0502020202020204"/>
              <a:cs typeface="Century Gothic" panose="020B0502020202020204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0" y="761"/>
            <a:ext cx="14630400" cy="8228965"/>
            <a:chOff x="0" y="761"/>
            <a:chExt cx="14630400" cy="8228965"/>
          </a:xfrm>
        </p:grpSpPr>
        <p:sp>
          <p:nvSpPr>
            <p:cNvPr id="13" name="object 13"/>
            <p:cNvSpPr/>
            <p:nvPr/>
          </p:nvSpPr>
          <p:spPr>
            <a:xfrm>
              <a:off x="0" y="7735823"/>
              <a:ext cx="14630400" cy="494030"/>
            </a:xfrm>
            <a:custGeom>
              <a:avLst/>
              <a:gdLst/>
              <a:ahLst/>
              <a:cxnLst/>
              <a:rect l="l" t="t" r="r" b="b"/>
              <a:pathLst>
                <a:path w="14630400" h="494029">
                  <a:moveTo>
                    <a:pt x="14630400" y="493775"/>
                  </a:moveTo>
                  <a:lnTo>
                    <a:pt x="0" y="493775"/>
                  </a:lnTo>
                  <a:lnTo>
                    <a:pt x="0" y="91440"/>
                  </a:lnTo>
                  <a:lnTo>
                    <a:pt x="7102" y="55881"/>
                  </a:lnTo>
                  <a:lnTo>
                    <a:pt x="26431" y="26908"/>
                  </a:lnTo>
                  <a:lnTo>
                    <a:pt x="55024" y="7340"/>
                  </a:lnTo>
                  <a:lnTo>
                    <a:pt x="89916" y="0"/>
                  </a:lnTo>
                  <a:lnTo>
                    <a:pt x="14630400" y="0"/>
                  </a:lnTo>
                  <a:lnTo>
                    <a:pt x="14630400" y="493775"/>
                  </a:lnTo>
                  <a:close/>
                </a:path>
              </a:pathLst>
            </a:custGeom>
            <a:solidFill>
              <a:srgbClr val="F1EDED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4" name="object 14"/>
            <p:cNvSpPr/>
            <p:nvPr/>
          </p:nvSpPr>
          <p:spPr>
            <a:xfrm>
              <a:off x="761" y="761"/>
              <a:ext cx="14629130" cy="8228330"/>
            </a:xfrm>
            <a:custGeom>
              <a:avLst/>
              <a:gdLst/>
              <a:ahLst/>
              <a:cxnLst/>
              <a:rect l="l" t="t" r="r" b="b"/>
              <a:pathLst>
                <a:path w="14629130" h="8228330">
                  <a:moveTo>
                    <a:pt x="0" y="0"/>
                  </a:moveTo>
                  <a:lnTo>
                    <a:pt x="14628876" y="0"/>
                  </a:lnTo>
                  <a:lnTo>
                    <a:pt x="14628876" y="8228076"/>
                  </a:lnTo>
                  <a:lnTo>
                    <a:pt x="0" y="8228076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64198" rIns="0" bIns="0" rtlCol="0">
            <a:spAutoFit/>
          </a:bodyPr>
          <a:lstStyle/>
          <a:p>
            <a:pPr marL="266700">
              <a:lnSpc>
                <a:spcPct val="100000"/>
              </a:lnSpc>
              <a:spcBef>
                <a:spcPts val="105"/>
              </a:spcBef>
            </a:pPr>
            <a:r>
              <a:rPr spc="150" dirty="0"/>
              <a:t>Phân</a:t>
            </a:r>
            <a:r>
              <a:rPr spc="90" dirty="0"/>
              <a:t> </a:t>
            </a:r>
            <a:r>
              <a:rPr spc="140" dirty="0"/>
              <a:t>tích</a:t>
            </a:r>
            <a:r>
              <a:rPr spc="90" dirty="0"/>
              <a:t> </a:t>
            </a:r>
            <a:r>
              <a:rPr spc="50" dirty="0"/>
              <a:t>h</a:t>
            </a:r>
            <a:r>
              <a:rPr b="0" spc="50" dirty="0">
                <a:latin typeface="Arial" panose="020B0604020202020204"/>
                <a:cs typeface="Arial" panose="020B0604020202020204"/>
              </a:rPr>
              <a:t>ệ</a:t>
            </a:r>
            <a:r>
              <a:rPr b="0" spc="-35" dirty="0">
                <a:latin typeface="Arial" panose="020B0604020202020204"/>
                <a:cs typeface="Arial" panose="020B0604020202020204"/>
              </a:rPr>
              <a:t> </a:t>
            </a:r>
            <a:r>
              <a:rPr spc="100" dirty="0"/>
              <a:t>th</a:t>
            </a:r>
            <a:r>
              <a:rPr b="0" spc="100" dirty="0">
                <a:latin typeface="Arial" panose="020B0604020202020204"/>
                <a:cs typeface="Arial" panose="020B0604020202020204"/>
              </a:rPr>
              <a:t>ố</a:t>
            </a:r>
            <a:r>
              <a:rPr spc="100" dirty="0"/>
              <a:t>ng</a:t>
            </a:r>
            <a:endParaRPr spc="100" dirty="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54380" y="1880616"/>
            <a:ext cx="1077468" cy="5463539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033981" y="2091258"/>
            <a:ext cx="6522720" cy="49879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300" b="1" spc="-20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S</a:t>
            </a:r>
            <a:r>
              <a:rPr sz="2300" spc="-2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ơ</a:t>
            </a:r>
            <a:r>
              <a:rPr sz="2300" spc="-95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300" b="1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đ</a:t>
            </a:r>
            <a:r>
              <a:rPr sz="230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ồ</a:t>
            </a:r>
            <a:r>
              <a:rPr sz="2300" spc="-9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300" b="1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Use</a:t>
            </a:r>
            <a:r>
              <a:rPr sz="2300" b="1" spc="-30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2300" b="1" spc="-20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Case</a:t>
            </a:r>
            <a:endParaRPr sz="2300">
              <a:latin typeface="Palatino Linotype" panose="02040502050505030304"/>
              <a:cs typeface="Palatino Linotype" panose="02040502050505030304"/>
            </a:endParaRPr>
          </a:p>
          <a:p>
            <a:pPr marL="12700">
              <a:lnSpc>
                <a:spcPct val="100000"/>
              </a:lnSpc>
              <a:spcBef>
                <a:spcPts val="1360"/>
              </a:spcBef>
            </a:pPr>
            <a:r>
              <a:rPr sz="1750" b="1" spc="-5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Mô</a:t>
            </a:r>
            <a:r>
              <a:rPr sz="1750" b="1" spc="-5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11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</a:t>
            </a:r>
            <a:r>
              <a:rPr sz="1750" spc="11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ả</a:t>
            </a:r>
            <a:r>
              <a:rPr sz="1750" spc="-4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750" b="1" spc="-10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các</a:t>
            </a:r>
            <a:r>
              <a:rPr sz="1750" b="1" spc="-5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-4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ch</a:t>
            </a:r>
            <a:r>
              <a:rPr sz="1750" spc="-4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ứ</a:t>
            </a:r>
            <a:r>
              <a:rPr sz="1750" b="1" spc="-4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c</a:t>
            </a:r>
            <a:r>
              <a:rPr sz="1750" b="1" spc="-5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-6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năng</a:t>
            </a:r>
            <a:r>
              <a:rPr sz="1750" b="1" spc="-4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h</a:t>
            </a:r>
            <a:r>
              <a:rPr sz="175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ệ</a:t>
            </a:r>
            <a:r>
              <a:rPr sz="1750" spc="-4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th</a:t>
            </a:r>
            <a:r>
              <a:rPr sz="175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ố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ng</a:t>
            </a:r>
            <a:r>
              <a:rPr sz="1750" b="1" spc="-4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10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</a:t>
            </a:r>
            <a:r>
              <a:rPr sz="1750" spc="105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ừ</a:t>
            </a:r>
            <a:r>
              <a:rPr sz="1750" spc="-45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750" b="1" spc="-9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góc</a:t>
            </a:r>
            <a:r>
              <a:rPr sz="1750" b="1" spc="-5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nhìn</a:t>
            </a:r>
            <a:r>
              <a:rPr sz="1750" b="1" spc="-4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-1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ng</a:t>
            </a:r>
            <a:r>
              <a:rPr sz="1750" spc="-1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ườ</a:t>
            </a:r>
            <a:r>
              <a:rPr sz="1750" b="1" spc="-1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i</a:t>
            </a:r>
            <a:r>
              <a:rPr sz="1750" b="1" spc="-4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-1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dùng.</a:t>
            </a:r>
            <a:endParaRPr sz="1750">
              <a:latin typeface="Century Gothic" panose="020B0502020202020204"/>
              <a:cs typeface="Century Gothic" panose="020B0502020202020204"/>
            </a:endParaRPr>
          </a:p>
          <a:p>
            <a:pPr>
              <a:lnSpc>
                <a:spcPct val="100000"/>
              </a:lnSpc>
              <a:spcBef>
                <a:spcPts val="1810"/>
              </a:spcBef>
            </a:pPr>
            <a:endParaRPr sz="1750">
              <a:latin typeface="Century Gothic" panose="020B0502020202020204"/>
              <a:cs typeface="Century Gothic" panose="020B0502020202020204"/>
            </a:endParaRPr>
          </a:p>
          <a:p>
            <a:pPr marL="12700">
              <a:lnSpc>
                <a:spcPct val="100000"/>
              </a:lnSpc>
            </a:pPr>
            <a:r>
              <a:rPr sz="2300" b="1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Bi</a:t>
            </a:r>
            <a:r>
              <a:rPr sz="230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ể</a:t>
            </a:r>
            <a:r>
              <a:rPr sz="2300" b="1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u</a:t>
            </a:r>
            <a:r>
              <a:rPr sz="2300" b="1" spc="10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2300" b="1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đ</a:t>
            </a:r>
            <a:r>
              <a:rPr sz="230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ồ</a:t>
            </a:r>
            <a:r>
              <a:rPr sz="2300" spc="-5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300" b="1" spc="-25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l</a:t>
            </a:r>
            <a:r>
              <a:rPr sz="2300" spc="-25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ớ</a:t>
            </a:r>
            <a:r>
              <a:rPr sz="2300" b="1" spc="-25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p</a:t>
            </a:r>
            <a:endParaRPr sz="2300">
              <a:latin typeface="Palatino Linotype" panose="02040502050505030304"/>
              <a:cs typeface="Palatino Linotype" panose="02040502050505030304"/>
            </a:endParaRPr>
          </a:p>
          <a:p>
            <a:pPr marL="12700">
              <a:lnSpc>
                <a:spcPct val="100000"/>
              </a:lnSpc>
              <a:spcBef>
                <a:spcPts val="1365"/>
              </a:spcBef>
            </a:pPr>
            <a:r>
              <a:rPr sz="1750" b="1" spc="10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Th</a:t>
            </a:r>
            <a:r>
              <a:rPr sz="1750" spc="105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ể</a:t>
            </a:r>
            <a:r>
              <a:rPr sz="1750" spc="-5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hi</a:t>
            </a:r>
            <a:r>
              <a:rPr sz="175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ệ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n</a:t>
            </a:r>
            <a:r>
              <a:rPr sz="1750" b="1" spc="-5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-1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c</a:t>
            </a:r>
            <a:r>
              <a:rPr sz="1750" spc="-1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ấ</a:t>
            </a:r>
            <a:r>
              <a:rPr sz="1750" b="1" spc="-1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u</a:t>
            </a:r>
            <a:r>
              <a:rPr sz="1750" b="1" spc="-5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8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trúc</a:t>
            </a:r>
            <a:r>
              <a:rPr sz="1750" b="1" spc="-6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d</a:t>
            </a:r>
            <a:r>
              <a:rPr sz="175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ữ</a:t>
            </a:r>
            <a:r>
              <a:rPr sz="1750" spc="-55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li</a:t>
            </a:r>
            <a:r>
              <a:rPr sz="175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ệ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u</a:t>
            </a:r>
            <a:r>
              <a:rPr sz="1750" b="1" spc="-5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-6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và</a:t>
            </a:r>
            <a:r>
              <a:rPr sz="1750" b="1" spc="-6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m</a:t>
            </a:r>
            <a:r>
              <a:rPr sz="175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ố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i</a:t>
            </a:r>
            <a:r>
              <a:rPr sz="1750" b="1" spc="-5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-2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quan</a:t>
            </a:r>
            <a:r>
              <a:rPr sz="1750" b="1" spc="-5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h</a:t>
            </a:r>
            <a:r>
              <a:rPr sz="175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ệ</a:t>
            </a:r>
            <a:r>
              <a:rPr sz="1750" spc="-5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750" b="1" spc="-6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gi</a:t>
            </a:r>
            <a:r>
              <a:rPr sz="1750" spc="-6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ữ</a:t>
            </a:r>
            <a:r>
              <a:rPr sz="1750" b="1" spc="-6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a </a:t>
            </a:r>
            <a:r>
              <a:rPr sz="1750" b="1" spc="-10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các</a:t>
            </a:r>
            <a:r>
              <a:rPr sz="1750" b="1" spc="-6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đ</a:t>
            </a:r>
            <a:r>
              <a:rPr sz="175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ố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i</a:t>
            </a:r>
            <a:r>
              <a:rPr sz="1750" b="1" spc="-5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-1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</a:t>
            </a:r>
            <a:r>
              <a:rPr sz="1750" spc="-1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ượ</a:t>
            </a:r>
            <a:r>
              <a:rPr sz="1750" b="1" spc="-1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ng.</a:t>
            </a:r>
            <a:endParaRPr sz="1750">
              <a:latin typeface="Century Gothic" panose="020B0502020202020204"/>
              <a:cs typeface="Century Gothic" panose="020B0502020202020204"/>
            </a:endParaRPr>
          </a:p>
          <a:p>
            <a:pPr>
              <a:lnSpc>
                <a:spcPct val="100000"/>
              </a:lnSpc>
              <a:spcBef>
                <a:spcPts val="1810"/>
              </a:spcBef>
            </a:pPr>
            <a:endParaRPr sz="1750">
              <a:latin typeface="Century Gothic" panose="020B0502020202020204"/>
              <a:cs typeface="Century Gothic" panose="020B0502020202020204"/>
            </a:endParaRPr>
          </a:p>
          <a:p>
            <a:pPr marL="12700">
              <a:lnSpc>
                <a:spcPct val="100000"/>
              </a:lnSpc>
            </a:pPr>
            <a:r>
              <a:rPr sz="2300" b="1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Bi</a:t>
            </a:r>
            <a:r>
              <a:rPr sz="230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ể</a:t>
            </a:r>
            <a:r>
              <a:rPr sz="2300" b="1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u</a:t>
            </a:r>
            <a:r>
              <a:rPr sz="2300" b="1" spc="30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2300" b="1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đ</a:t>
            </a:r>
            <a:r>
              <a:rPr sz="230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ồ</a:t>
            </a:r>
            <a:r>
              <a:rPr sz="2300" spc="-35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300" b="1" spc="60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tr</a:t>
            </a:r>
            <a:r>
              <a:rPr sz="2300" spc="6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ạ</a:t>
            </a:r>
            <a:r>
              <a:rPr sz="2300" b="1" spc="60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ng</a:t>
            </a:r>
            <a:r>
              <a:rPr sz="2300" b="1" spc="30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2300" b="1" spc="60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thái</a:t>
            </a:r>
            <a:endParaRPr sz="2300">
              <a:latin typeface="Palatino Linotype" panose="02040502050505030304"/>
              <a:cs typeface="Palatino Linotype" panose="02040502050505030304"/>
            </a:endParaRPr>
          </a:p>
          <a:p>
            <a:pPr marL="12700" marR="471805">
              <a:lnSpc>
                <a:spcPct val="136000"/>
              </a:lnSpc>
              <a:spcBef>
                <a:spcPts val="610"/>
              </a:spcBef>
            </a:pP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Minh</a:t>
            </a:r>
            <a:r>
              <a:rPr sz="1750" b="1" spc="-3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-4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h</a:t>
            </a:r>
            <a:r>
              <a:rPr sz="1750" spc="-4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ọ</a:t>
            </a:r>
            <a:r>
              <a:rPr sz="1750" b="1" spc="-4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a</a:t>
            </a:r>
            <a:r>
              <a:rPr sz="1750" b="1" spc="-2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-10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các</a:t>
            </a:r>
            <a:r>
              <a:rPr sz="1750" b="1" spc="-2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5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tr</a:t>
            </a:r>
            <a:r>
              <a:rPr sz="1750" spc="5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ạ</a:t>
            </a:r>
            <a:r>
              <a:rPr sz="1750" b="1" spc="5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ng</a:t>
            </a:r>
            <a:r>
              <a:rPr sz="1750" b="1" spc="-2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thái</a:t>
            </a:r>
            <a:r>
              <a:rPr sz="1750" b="1" spc="-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-6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và</a:t>
            </a:r>
            <a:r>
              <a:rPr sz="1750" b="1" spc="-2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chuy</a:t>
            </a:r>
            <a:r>
              <a:rPr sz="175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ể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n</a:t>
            </a:r>
            <a:r>
              <a:rPr sz="1750" b="1" spc="-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đ</a:t>
            </a:r>
            <a:r>
              <a:rPr sz="175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ổ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i</a:t>
            </a:r>
            <a:r>
              <a:rPr sz="1750" b="1" spc="-2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5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tr</a:t>
            </a:r>
            <a:r>
              <a:rPr sz="1750" spc="5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ạ</a:t>
            </a:r>
            <a:r>
              <a:rPr sz="1750" b="1" spc="5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ng</a:t>
            </a:r>
            <a:r>
              <a:rPr sz="1750" b="1" spc="-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thái</a:t>
            </a:r>
            <a:r>
              <a:rPr sz="1750" b="1" spc="-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-7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c</a:t>
            </a:r>
            <a:r>
              <a:rPr sz="1750" spc="-75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ủ</a:t>
            </a:r>
            <a:r>
              <a:rPr sz="1750" b="1" spc="-7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a</a:t>
            </a:r>
            <a:r>
              <a:rPr sz="1750" b="1" spc="-2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đ</a:t>
            </a:r>
            <a:r>
              <a:rPr sz="1750" spc="-25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ố</a:t>
            </a:r>
            <a:r>
              <a:rPr sz="1750" b="1" spc="-2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i </a:t>
            </a:r>
            <a:r>
              <a:rPr sz="1750" b="1" spc="-1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</a:t>
            </a:r>
            <a:r>
              <a:rPr sz="1750" spc="-1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ượ</a:t>
            </a:r>
            <a:r>
              <a:rPr sz="1750" b="1" spc="-1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ng.</a:t>
            </a:r>
            <a:endParaRPr sz="1750">
              <a:latin typeface="Century Gothic" panose="020B0502020202020204"/>
              <a:cs typeface="Century Gothic" panose="020B0502020202020204"/>
            </a:endParaRPr>
          </a:p>
          <a:p>
            <a:pPr>
              <a:lnSpc>
                <a:spcPct val="100000"/>
              </a:lnSpc>
              <a:spcBef>
                <a:spcPts val="1270"/>
              </a:spcBef>
            </a:pPr>
            <a:endParaRPr sz="1750">
              <a:latin typeface="Century Gothic" panose="020B0502020202020204"/>
              <a:cs typeface="Century Gothic" panose="020B0502020202020204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2300" b="1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Bi</a:t>
            </a:r>
            <a:r>
              <a:rPr sz="230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ể</a:t>
            </a:r>
            <a:r>
              <a:rPr sz="2300" b="1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u</a:t>
            </a:r>
            <a:r>
              <a:rPr sz="2300" b="1" spc="25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2300" b="1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đ</a:t>
            </a:r>
            <a:r>
              <a:rPr sz="230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ồ</a:t>
            </a:r>
            <a:r>
              <a:rPr sz="2300" spc="-4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300" b="1" spc="70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ho</a:t>
            </a:r>
            <a:r>
              <a:rPr sz="2300" spc="7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ạ</a:t>
            </a:r>
            <a:r>
              <a:rPr sz="2300" b="1" spc="70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t</a:t>
            </a:r>
            <a:r>
              <a:rPr sz="2300" b="1" spc="35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2300" b="1" spc="-20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đ</a:t>
            </a:r>
            <a:r>
              <a:rPr sz="2300" spc="-2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ộ</a:t>
            </a:r>
            <a:r>
              <a:rPr sz="2300" b="1" spc="-20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ng</a:t>
            </a:r>
            <a:endParaRPr sz="2300">
              <a:latin typeface="Palatino Linotype" panose="02040502050505030304"/>
              <a:cs typeface="Palatino Linotype" panose="02040502050505030304"/>
            </a:endParaRPr>
          </a:p>
          <a:p>
            <a:pPr marL="12700">
              <a:lnSpc>
                <a:spcPct val="100000"/>
              </a:lnSpc>
              <a:spcBef>
                <a:spcPts val="1360"/>
              </a:spcBef>
            </a:pPr>
            <a:r>
              <a:rPr sz="1750" b="1" spc="-5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Mô</a:t>
            </a:r>
            <a:r>
              <a:rPr sz="1750" b="1" spc="-3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11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</a:t>
            </a:r>
            <a:r>
              <a:rPr sz="1750" spc="11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ả</a:t>
            </a:r>
            <a:r>
              <a:rPr sz="1750" spc="-25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750" b="1" spc="-1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lu</a:t>
            </a:r>
            <a:r>
              <a:rPr sz="1750" spc="-1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ồ</a:t>
            </a:r>
            <a:r>
              <a:rPr sz="1750" b="1" spc="-1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ng</a:t>
            </a:r>
            <a:r>
              <a:rPr sz="1750" b="1" spc="-3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-6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công</a:t>
            </a:r>
            <a:r>
              <a:rPr sz="1750" b="1" spc="-3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vi</a:t>
            </a:r>
            <a:r>
              <a:rPr sz="175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ệ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c</a:t>
            </a:r>
            <a:r>
              <a:rPr sz="1750" b="1" spc="-4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-6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và</a:t>
            </a:r>
            <a:r>
              <a:rPr sz="1750" b="1" spc="-3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-10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các</a:t>
            </a:r>
            <a:r>
              <a:rPr sz="1750" b="1" spc="-4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-3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b</a:t>
            </a:r>
            <a:r>
              <a:rPr sz="1750" spc="-35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ướ</a:t>
            </a:r>
            <a:r>
              <a:rPr sz="1750" b="1" spc="-3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c 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th</a:t>
            </a:r>
            <a:r>
              <a:rPr sz="175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ự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c</a:t>
            </a:r>
            <a:r>
              <a:rPr sz="1750" b="1" spc="-3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hi</a:t>
            </a:r>
            <a:r>
              <a:rPr sz="175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ệ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n</a:t>
            </a:r>
            <a:r>
              <a:rPr sz="1750" b="1" spc="-3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trong</a:t>
            </a:r>
            <a:r>
              <a:rPr sz="1750" b="1" spc="-3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h</a:t>
            </a:r>
            <a:r>
              <a:rPr sz="175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ệ</a:t>
            </a:r>
            <a:r>
              <a:rPr sz="1750" spc="-25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750" b="1" spc="-1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th</a:t>
            </a:r>
            <a:r>
              <a:rPr sz="1750" spc="-1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ố</a:t>
            </a:r>
            <a:r>
              <a:rPr sz="1750" b="1" spc="-1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ng.</a:t>
            </a:r>
            <a:endParaRPr sz="1750">
              <a:latin typeface="Century Gothic" panose="020B0502020202020204"/>
              <a:cs typeface="Century Gothic" panose="020B0502020202020204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761"/>
            <a:ext cx="14630400" cy="8228965"/>
            <a:chOff x="0" y="761"/>
            <a:chExt cx="14630400" cy="8228965"/>
          </a:xfrm>
        </p:grpSpPr>
        <p:sp>
          <p:nvSpPr>
            <p:cNvPr id="7" name="object 7"/>
            <p:cNvSpPr/>
            <p:nvPr/>
          </p:nvSpPr>
          <p:spPr>
            <a:xfrm>
              <a:off x="0" y="7735823"/>
              <a:ext cx="14630400" cy="494030"/>
            </a:xfrm>
            <a:custGeom>
              <a:avLst/>
              <a:gdLst/>
              <a:ahLst/>
              <a:cxnLst/>
              <a:rect l="l" t="t" r="r" b="b"/>
              <a:pathLst>
                <a:path w="14630400" h="494029">
                  <a:moveTo>
                    <a:pt x="14630400" y="493775"/>
                  </a:moveTo>
                  <a:lnTo>
                    <a:pt x="0" y="493775"/>
                  </a:lnTo>
                  <a:lnTo>
                    <a:pt x="0" y="91440"/>
                  </a:lnTo>
                  <a:lnTo>
                    <a:pt x="7102" y="55881"/>
                  </a:lnTo>
                  <a:lnTo>
                    <a:pt x="26431" y="26908"/>
                  </a:lnTo>
                  <a:lnTo>
                    <a:pt x="55024" y="7340"/>
                  </a:lnTo>
                  <a:lnTo>
                    <a:pt x="89916" y="0"/>
                  </a:lnTo>
                  <a:lnTo>
                    <a:pt x="14630400" y="0"/>
                  </a:lnTo>
                  <a:lnTo>
                    <a:pt x="14630400" y="493775"/>
                  </a:lnTo>
                  <a:close/>
                </a:path>
              </a:pathLst>
            </a:custGeom>
            <a:solidFill>
              <a:srgbClr val="F1EDED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761" y="761"/>
              <a:ext cx="14629130" cy="8228330"/>
            </a:xfrm>
            <a:custGeom>
              <a:avLst/>
              <a:gdLst/>
              <a:ahLst/>
              <a:cxnLst/>
              <a:rect l="l" t="t" r="r" b="b"/>
              <a:pathLst>
                <a:path w="14629130" h="8228330">
                  <a:moveTo>
                    <a:pt x="0" y="0"/>
                  </a:moveTo>
                  <a:lnTo>
                    <a:pt x="14628876" y="0"/>
                  </a:lnTo>
                  <a:lnTo>
                    <a:pt x="14628876" y="8228076"/>
                  </a:lnTo>
                  <a:lnTo>
                    <a:pt x="0" y="8228076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80619" rIns="0" bIns="0" rtlCol="0">
            <a:spAutoFit/>
          </a:bodyPr>
          <a:lstStyle/>
          <a:p>
            <a:pPr marL="306705">
              <a:lnSpc>
                <a:spcPct val="100000"/>
              </a:lnSpc>
              <a:spcBef>
                <a:spcPts val="105"/>
              </a:spcBef>
            </a:pPr>
            <a:r>
              <a:rPr dirty="0"/>
              <a:t>S</a:t>
            </a:r>
            <a:r>
              <a:rPr b="0" dirty="0">
                <a:latin typeface="Arial" panose="020B0604020202020204"/>
                <a:cs typeface="Arial" panose="020B0604020202020204"/>
              </a:rPr>
              <a:t>ơ</a:t>
            </a:r>
            <a:r>
              <a:rPr b="0" spc="-204" dirty="0">
                <a:latin typeface="Arial" panose="020B0604020202020204"/>
                <a:cs typeface="Arial" panose="020B0604020202020204"/>
              </a:rPr>
              <a:t> </a:t>
            </a:r>
            <a:r>
              <a:rPr dirty="0"/>
              <a:t>đ</a:t>
            </a:r>
            <a:r>
              <a:rPr b="0" dirty="0">
                <a:latin typeface="Arial" panose="020B0604020202020204"/>
                <a:cs typeface="Arial" panose="020B0604020202020204"/>
              </a:rPr>
              <a:t>ồ</a:t>
            </a:r>
            <a:r>
              <a:rPr b="0" spc="-204" dirty="0">
                <a:latin typeface="Arial" panose="020B0604020202020204"/>
                <a:cs typeface="Arial" panose="020B0604020202020204"/>
              </a:rPr>
              <a:t> </a:t>
            </a:r>
            <a:r>
              <a:rPr spc="110" dirty="0"/>
              <a:t>usecase</a:t>
            </a:r>
            <a:endParaRPr spc="110" dirty="0"/>
          </a:p>
        </p:txBody>
      </p:sp>
      <p:grpSp>
        <p:nvGrpSpPr>
          <p:cNvPr id="3" name="object 3"/>
          <p:cNvGrpSpPr/>
          <p:nvPr/>
        </p:nvGrpSpPr>
        <p:grpSpPr>
          <a:xfrm>
            <a:off x="0" y="-18327"/>
            <a:ext cx="14630400" cy="8228965"/>
            <a:chOff x="0" y="761"/>
            <a:chExt cx="14630400" cy="8228965"/>
          </a:xfrm>
        </p:grpSpPr>
        <p:pic>
          <p:nvPicPr>
            <p:cNvPr id="4" name="object 4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3837432" y="1600200"/>
              <a:ext cx="10792967" cy="6629400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0" y="7863840"/>
              <a:ext cx="14630400" cy="365760"/>
            </a:xfrm>
            <a:custGeom>
              <a:avLst/>
              <a:gdLst/>
              <a:ahLst/>
              <a:cxnLst/>
              <a:rect l="l" t="t" r="r" b="b"/>
              <a:pathLst>
                <a:path w="14630400" h="365759">
                  <a:moveTo>
                    <a:pt x="14630400" y="365759"/>
                  </a:moveTo>
                  <a:lnTo>
                    <a:pt x="0" y="365759"/>
                  </a:lnTo>
                  <a:lnTo>
                    <a:pt x="0" y="70103"/>
                  </a:lnTo>
                  <a:lnTo>
                    <a:pt x="5617" y="42714"/>
                  </a:lnTo>
                  <a:lnTo>
                    <a:pt x="20950" y="20283"/>
                  </a:lnTo>
                  <a:lnTo>
                    <a:pt x="43714" y="5236"/>
                  </a:lnTo>
                  <a:lnTo>
                    <a:pt x="71628" y="0"/>
                  </a:lnTo>
                  <a:lnTo>
                    <a:pt x="14630400" y="0"/>
                  </a:lnTo>
                  <a:lnTo>
                    <a:pt x="14630400" y="365759"/>
                  </a:lnTo>
                  <a:close/>
                </a:path>
              </a:pathLst>
            </a:custGeom>
            <a:solidFill>
              <a:srgbClr val="F1EDED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761" y="761"/>
              <a:ext cx="14629130" cy="8228330"/>
            </a:xfrm>
            <a:custGeom>
              <a:avLst/>
              <a:gdLst/>
              <a:ahLst/>
              <a:cxnLst/>
              <a:rect l="l" t="t" r="r" b="b"/>
              <a:pathLst>
                <a:path w="14629130" h="8228330">
                  <a:moveTo>
                    <a:pt x="0" y="0"/>
                  </a:moveTo>
                  <a:lnTo>
                    <a:pt x="14628876" y="0"/>
                  </a:lnTo>
                  <a:lnTo>
                    <a:pt x="14628876" y="8228076"/>
                  </a:lnTo>
                  <a:lnTo>
                    <a:pt x="0" y="8228076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422554" rIns="0" bIns="0" rtlCol="0">
            <a:spAutoFit/>
          </a:bodyPr>
          <a:lstStyle/>
          <a:p>
            <a:pPr marL="306705">
              <a:lnSpc>
                <a:spcPct val="100000"/>
              </a:lnSpc>
              <a:spcBef>
                <a:spcPts val="105"/>
              </a:spcBef>
            </a:pPr>
            <a:r>
              <a:rPr dirty="0"/>
              <a:t>S</a:t>
            </a:r>
            <a:r>
              <a:rPr b="0" dirty="0">
                <a:latin typeface="Arial" panose="020B0604020202020204"/>
                <a:cs typeface="Arial" panose="020B0604020202020204"/>
              </a:rPr>
              <a:t>ơ</a:t>
            </a:r>
            <a:r>
              <a:rPr b="0" spc="-204" dirty="0">
                <a:latin typeface="Arial" panose="020B0604020202020204"/>
                <a:cs typeface="Arial" panose="020B0604020202020204"/>
              </a:rPr>
              <a:t> </a:t>
            </a:r>
            <a:r>
              <a:rPr dirty="0"/>
              <a:t>đ</a:t>
            </a:r>
            <a:r>
              <a:rPr b="0" dirty="0">
                <a:latin typeface="Arial" panose="020B0604020202020204"/>
                <a:cs typeface="Arial" panose="020B0604020202020204"/>
              </a:rPr>
              <a:t>ồ</a:t>
            </a:r>
            <a:r>
              <a:rPr b="0" spc="-204" dirty="0">
                <a:latin typeface="Arial" panose="020B0604020202020204"/>
                <a:cs typeface="Arial" panose="020B0604020202020204"/>
              </a:rPr>
              <a:t> </a:t>
            </a:r>
            <a:r>
              <a:rPr spc="-25" dirty="0"/>
              <a:t>L</a:t>
            </a:r>
            <a:r>
              <a:rPr b="0" spc="-25" dirty="0">
                <a:latin typeface="Arial" panose="020B0604020202020204"/>
                <a:cs typeface="Arial" panose="020B0604020202020204"/>
              </a:rPr>
              <a:t>ớ</a:t>
            </a:r>
            <a:r>
              <a:rPr spc="-25" dirty="0"/>
              <a:t>p</a:t>
            </a:r>
            <a:endParaRPr spc="-25" dirty="0"/>
          </a:p>
        </p:txBody>
      </p:sp>
      <p:grpSp>
        <p:nvGrpSpPr>
          <p:cNvPr id="3" name="object 3"/>
          <p:cNvGrpSpPr/>
          <p:nvPr/>
        </p:nvGrpSpPr>
        <p:grpSpPr>
          <a:xfrm>
            <a:off x="0" y="761"/>
            <a:ext cx="14630400" cy="8228965"/>
            <a:chOff x="0" y="761"/>
            <a:chExt cx="14630400" cy="8228965"/>
          </a:xfrm>
        </p:grpSpPr>
        <p:pic>
          <p:nvPicPr>
            <p:cNvPr id="4" name="object 4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2791967" y="1940051"/>
              <a:ext cx="2729484" cy="5707380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984747" y="1940051"/>
              <a:ext cx="3240024" cy="4751832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686543" y="1940051"/>
              <a:ext cx="3282696" cy="4536948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0" y="7735823"/>
              <a:ext cx="14630400" cy="494030"/>
            </a:xfrm>
            <a:custGeom>
              <a:avLst/>
              <a:gdLst/>
              <a:ahLst/>
              <a:cxnLst/>
              <a:rect l="l" t="t" r="r" b="b"/>
              <a:pathLst>
                <a:path w="14630400" h="494029">
                  <a:moveTo>
                    <a:pt x="14630400" y="493775"/>
                  </a:moveTo>
                  <a:lnTo>
                    <a:pt x="0" y="493775"/>
                  </a:lnTo>
                  <a:lnTo>
                    <a:pt x="0" y="91440"/>
                  </a:lnTo>
                  <a:lnTo>
                    <a:pt x="7102" y="55881"/>
                  </a:lnTo>
                  <a:lnTo>
                    <a:pt x="26431" y="26908"/>
                  </a:lnTo>
                  <a:lnTo>
                    <a:pt x="55024" y="7340"/>
                  </a:lnTo>
                  <a:lnTo>
                    <a:pt x="89916" y="0"/>
                  </a:lnTo>
                  <a:lnTo>
                    <a:pt x="14630400" y="0"/>
                  </a:lnTo>
                  <a:lnTo>
                    <a:pt x="14630400" y="493775"/>
                  </a:lnTo>
                  <a:close/>
                </a:path>
              </a:pathLst>
            </a:custGeom>
            <a:solidFill>
              <a:srgbClr val="F1EDED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761" y="761"/>
              <a:ext cx="14629130" cy="8228330"/>
            </a:xfrm>
            <a:custGeom>
              <a:avLst/>
              <a:gdLst/>
              <a:ahLst/>
              <a:cxnLst/>
              <a:rect l="l" t="t" r="r" b="b"/>
              <a:pathLst>
                <a:path w="14629130" h="8228330">
                  <a:moveTo>
                    <a:pt x="0" y="0"/>
                  </a:moveTo>
                  <a:lnTo>
                    <a:pt x="14628876" y="0"/>
                  </a:lnTo>
                  <a:lnTo>
                    <a:pt x="14628876" y="8228076"/>
                  </a:lnTo>
                  <a:lnTo>
                    <a:pt x="0" y="8228076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0454" rIns="0" bIns="0" rtlCol="0">
            <a:spAutoFit/>
          </a:bodyPr>
          <a:lstStyle/>
          <a:p>
            <a:pPr marL="306705">
              <a:lnSpc>
                <a:spcPct val="100000"/>
              </a:lnSpc>
              <a:spcBef>
                <a:spcPts val="100"/>
              </a:spcBef>
            </a:pPr>
            <a:r>
              <a:rPr sz="3000" dirty="0"/>
              <a:t>Bi</a:t>
            </a:r>
            <a:r>
              <a:rPr sz="3000" b="0" dirty="0">
                <a:latin typeface="Arial" panose="020B0604020202020204"/>
                <a:cs typeface="Arial" panose="020B0604020202020204"/>
              </a:rPr>
              <a:t>ể</a:t>
            </a:r>
            <a:r>
              <a:rPr sz="3000" dirty="0"/>
              <a:t>u</a:t>
            </a:r>
            <a:r>
              <a:rPr sz="3000" spc="75" dirty="0"/>
              <a:t> </a:t>
            </a:r>
            <a:r>
              <a:rPr sz="3000" dirty="0"/>
              <a:t>đ</a:t>
            </a:r>
            <a:r>
              <a:rPr sz="3000" b="0" dirty="0">
                <a:latin typeface="Arial" panose="020B0604020202020204"/>
                <a:cs typeface="Arial" panose="020B0604020202020204"/>
              </a:rPr>
              <a:t>ồ </a:t>
            </a:r>
            <a:r>
              <a:rPr sz="3000" dirty="0"/>
              <a:t>Tr</a:t>
            </a:r>
            <a:r>
              <a:rPr sz="3000" b="0" dirty="0">
                <a:latin typeface="Arial" panose="020B0604020202020204"/>
                <a:cs typeface="Arial" panose="020B0604020202020204"/>
              </a:rPr>
              <a:t>ạ</a:t>
            </a:r>
            <a:r>
              <a:rPr sz="3000" dirty="0"/>
              <a:t>ng</a:t>
            </a:r>
            <a:r>
              <a:rPr sz="3000" spc="80" dirty="0"/>
              <a:t> </a:t>
            </a:r>
            <a:r>
              <a:rPr sz="3000" spc="100" dirty="0"/>
              <a:t>thái</a:t>
            </a:r>
            <a:r>
              <a:rPr sz="3000" spc="75" dirty="0"/>
              <a:t> </a:t>
            </a:r>
            <a:r>
              <a:rPr sz="3000" spc="50" dirty="0"/>
              <a:t>đăng</a:t>
            </a:r>
            <a:r>
              <a:rPr sz="3000" spc="80" dirty="0"/>
              <a:t> </a:t>
            </a:r>
            <a:r>
              <a:rPr sz="3000" spc="-20" dirty="0"/>
              <a:t>nh</a:t>
            </a:r>
            <a:r>
              <a:rPr sz="3000" b="0" spc="-20" dirty="0">
                <a:latin typeface="Arial" panose="020B0604020202020204"/>
                <a:cs typeface="Arial" panose="020B0604020202020204"/>
              </a:rPr>
              <a:t>ậ</a:t>
            </a:r>
            <a:r>
              <a:rPr sz="3000" spc="-20" dirty="0"/>
              <a:t>p</a:t>
            </a:r>
            <a:endParaRPr sz="30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0" y="761"/>
            <a:ext cx="14630400" cy="8228965"/>
            <a:chOff x="0" y="761"/>
            <a:chExt cx="14630400" cy="8228965"/>
          </a:xfrm>
        </p:grpSpPr>
        <p:pic>
          <p:nvPicPr>
            <p:cNvPr id="4" name="object 4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3737691" y="1773935"/>
              <a:ext cx="7448468" cy="5687578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0" y="7735823"/>
              <a:ext cx="14630400" cy="494030"/>
            </a:xfrm>
            <a:custGeom>
              <a:avLst/>
              <a:gdLst/>
              <a:ahLst/>
              <a:cxnLst/>
              <a:rect l="l" t="t" r="r" b="b"/>
              <a:pathLst>
                <a:path w="14630400" h="494029">
                  <a:moveTo>
                    <a:pt x="14630400" y="493775"/>
                  </a:moveTo>
                  <a:lnTo>
                    <a:pt x="0" y="493775"/>
                  </a:lnTo>
                  <a:lnTo>
                    <a:pt x="0" y="91440"/>
                  </a:lnTo>
                  <a:lnTo>
                    <a:pt x="7102" y="55881"/>
                  </a:lnTo>
                  <a:lnTo>
                    <a:pt x="26431" y="26908"/>
                  </a:lnTo>
                  <a:lnTo>
                    <a:pt x="55024" y="7340"/>
                  </a:lnTo>
                  <a:lnTo>
                    <a:pt x="89916" y="0"/>
                  </a:lnTo>
                  <a:lnTo>
                    <a:pt x="14630400" y="0"/>
                  </a:lnTo>
                  <a:lnTo>
                    <a:pt x="14630400" y="493775"/>
                  </a:lnTo>
                  <a:close/>
                </a:path>
              </a:pathLst>
            </a:custGeom>
            <a:solidFill>
              <a:srgbClr val="F1EDED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761" y="761"/>
              <a:ext cx="14629130" cy="8228330"/>
            </a:xfrm>
            <a:custGeom>
              <a:avLst/>
              <a:gdLst/>
              <a:ahLst/>
              <a:cxnLst/>
              <a:rect l="l" t="t" r="r" b="b"/>
              <a:pathLst>
                <a:path w="14629130" h="8228330">
                  <a:moveTo>
                    <a:pt x="0" y="0"/>
                  </a:moveTo>
                  <a:lnTo>
                    <a:pt x="14628876" y="0"/>
                  </a:lnTo>
                  <a:lnTo>
                    <a:pt x="14628876" y="8228076"/>
                  </a:lnTo>
                  <a:lnTo>
                    <a:pt x="0" y="8228076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014" rIns="0" bIns="0" rtlCol="0">
            <a:spAutoFit/>
          </a:bodyPr>
          <a:lstStyle/>
          <a:p>
            <a:pPr marL="306705">
              <a:lnSpc>
                <a:spcPct val="100000"/>
              </a:lnSpc>
              <a:spcBef>
                <a:spcPts val="945"/>
              </a:spcBef>
            </a:pPr>
            <a:r>
              <a:rPr sz="3000" dirty="0"/>
              <a:t>Bi</a:t>
            </a:r>
            <a:r>
              <a:rPr sz="3000" b="0" dirty="0">
                <a:latin typeface="Arial" panose="020B0604020202020204"/>
                <a:cs typeface="Arial" panose="020B0604020202020204"/>
              </a:rPr>
              <a:t>ể</a:t>
            </a:r>
            <a:r>
              <a:rPr sz="3000" dirty="0"/>
              <a:t>u</a:t>
            </a:r>
            <a:r>
              <a:rPr sz="3000" spc="85" dirty="0"/>
              <a:t> </a:t>
            </a:r>
            <a:r>
              <a:rPr sz="3000" dirty="0"/>
              <a:t>đ</a:t>
            </a:r>
            <a:r>
              <a:rPr sz="3000" b="0" dirty="0">
                <a:latin typeface="Arial" panose="020B0604020202020204"/>
                <a:cs typeface="Arial" panose="020B0604020202020204"/>
              </a:rPr>
              <a:t>ồ</a:t>
            </a:r>
            <a:r>
              <a:rPr sz="3000" b="0" spc="15" dirty="0">
                <a:latin typeface="Arial" panose="020B0604020202020204"/>
                <a:cs typeface="Arial" panose="020B0604020202020204"/>
              </a:rPr>
              <a:t> </a:t>
            </a:r>
            <a:r>
              <a:rPr sz="3000" dirty="0"/>
              <a:t>Tr</a:t>
            </a:r>
            <a:r>
              <a:rPr sz="3000" b="0" dirty="0">
                <a:latin typeface="Arial" panose="020B0604020202020204"/>
                <a:cs typeface="Arial" panose="020B0604020202020204"/>
              </a:rPr>
              <a:t>ạ</a:t>
            </a:r>
            <a:r>
              <a:rPr sz="3000" dirty="0"/>
              <a:t>ng</a:t>
            </a:r>
            <a:r>
              <a:rPr sz="3000" spc="90" dirty="0"/>
              <a:t> </a:t>
            </a:r>
            <a:r>
              <a:rPr sz="3000" spc="80" dirty="0"/>
              <a:t>thái</a:t>
            </a:r>
            <a:endParaRPr sz="3000">
              <a:latin typeface="Arial" panose="020B0604020202020204"/>
              <a:cs typeface="Arial" panose="020B0604020202020204"/>
            </a:endParaRPr>
          </a:p>
          <a:p>
            <a:pPr marL="2364105">
              <a:lnSpc>
                <a:spcPct val="100000"/>
              </a:lnSpc>
              <a:spcBef>
                <a:spcPts val="700"/>
              </a:spcBef>
            </a:pPr>
            <a:r>
              <a:rPr sz="2500" spc="65" dirty="0"/>
              <a:t>tìm</a:t>
            </a:r>
            <a:r>
              <a:rPr sz="2500" spc="55" dirty="0"/>
              <a:t> </a:t>
            </a:r>
            <a:r>
              <a:rPr sz="2500" spc="60" dirty="0"/>
              <a:t>tr</a:t>
            </a:r>
            <a:r>
              <a:rPr sz="2500" b="0" spc="60" dirty="0">
                <a:latin typeface="Arial" panose="020B0604020202020204"/>
                <a:cs typeface="Arial" panose="020B0604020202020204"/>
              </a:rPr>
              <a:t>ậ</a:t>
            </a:r>
            <a:r>
              <a:rPr sz="2500" spc="60" dirty="0"/>
              <a:t>n</a:t>
            </a:r>
            <a:endParaRPr sz="25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9650133" y="1299413"/>
            <a:ext cx="1248410" cy="40576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500" b="1" spc="75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t</a:t>
            </a:r>
            <a:r>
              <a:rPr sz="2500" spc="75" dirty="0">
                <a:solidFill>
                  <a:srgbClr val="020202"/>
                </a:solidFill>
                <a:latin typeface="Arial" panose="020B0604020202020204"/>
                <a:cs typeface="Arial" panose="020B0604020202020204"/>
              </a:rPr>
              <a:t>ạ</a:t>
            </a:r>
            <a:r>
              <a:rPr sz="2500" b="1" spc="75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o</a:t>
            </a:r>
            <a:r>
              <a:rPr sz="2500" b="1" spc="55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2500" b="1" spc="60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tr</a:t>
            </a:r>
            <a:r>
              <a:rPr sz="2500" spc="60" dirty="0">
                <a:solidFill>
                  <a:srgbClr val="020202"/>
                </a:solidFill>
                <a:latin typeface="Arial" panose="020B0604020202020204"/>
                <a:cs typeface="Arial" panose="020B0604020202020204"/>
              </a:rPr>
              <a:t>ậ</a:t>
            </a:r>
            <a:r>
              <a:rPr sz="2500" b="1" spc="60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n</a:t>
            </a:r>
            <a:endParaRPr sz="2500">
              <a:latin typeface="Palatino Linotype" panose="02040502050505030304"/>
              <a:cs typeface="Palatino Linotype" panose="02040502050505030304"/>
            </a:endParaRPr>
          </a:p>
        </p:txBody>
      </p:sp>
      <p:pic>
        <p:nvPicPr>
          <p:cNvPr id="4" name="object 4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1286255" y="2115576"/>
            <a:ext cx="5434841" cy="5628733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308189" y="2034821"/>
            <a:ext cx="2608116" cy="5685633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3239770" y="7775575"/>
            <a:ext cx="890269" cy="292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50" b="1" spc="8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tìm</a:t>
            </a:r>
            <a:r>
              <a:rPr sz="1750" b="1" spc="-8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7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tr</a:t>
            </a:r>
            <a:r>
              <a:rPr sz="1750" spc="75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ậ</a:t>
            </a:r>
            <a:r>
              <a:rPr sz="1750" b="1" spc="7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n</a:t>
            </a:r>
            <a:endParaRPr sz="1750">
              <a:latin typeface="Century Gothic" panose="020B0502020202020204"/>
              <a:cs typeface="Century Gothic" panose="020B0502020202020204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9963150" y="7775575"/>
            <a:ext cx="882015" cy="292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50" b="1" spc="5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</a:t>
            </a:r>
            <a:r>
              <a:rPr sz="1750" spc="5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ạ</a:t>
            </a:r>
            <a:r>
              <a:rPr sz="1750" b="1" spc="5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o</a:t>
            </a:r>
            <a:r>
              <a:rPr sz="1750" b="1" spc="-8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7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tr</a:t>
            </a:r>
            <a:r>
              <a:rPr sz="1750" spc="75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ậ</a:t>
            </a:r>
            <a:r>
              <a:rPr sz="1750" b="1" spc="7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n</a:t>
            </a:r>
            <a:endParaRPr sz="1750">
              <a:latin typeface="Century Gothic" panose="020B0502020202020204"/>
              <a:cs typeface="Century Gothic" panose="020B0502020202020204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0" y="761"/>
            <a:ext cx="14630400" cy="8228965"/>
            <a:chOff x="0" y="761"/>
            <a:chExt cx="14630400" cy="8228965"/>
          </a:xfrm>
        </p:grpSpPr>
        <p:sp>
          <p:nvSpPr>
            <p:cNvPr id="9" name="object 9"/>
            <p:cNvSpPr/>
            <p:nvPr/>
          </p:nvSpPr>
          <p:spPr>
            <a:xfrm>
              <a:off x="0" y="7735823"/>
              <a:ext cx="14630400" cy="494030"/>
            </a:xfrm>
            <a:custGeom>
              <a:avLst/>
              <a:gdLst/>
              <a:ahLst/>
              <a:cxnLst/>
              <a:rect l="l" t="t" r="r" b="b"/>
              <a:pathLst>
                <a:path w="14630400" h="494029">
                  <a:moveTo>
                    <a:pt x="14630400" y="493775"/>
                  </a:moveTo>
                  <a:lnTo>
                    <a:pt x="0" y="493775"/>
                  </a:lnTo>
                  <a:lnTo>
                    <a:pt x="0" y="91440"/>
                  </a:lnTo>
                  <a:lnTo>
                    <a:pt x="7102" y="55881"/>
                  </a:lnTo>
                  <a:lnTo>
                    <a:pt x="26431" y="26908"/>
                  </a:lnTo>
                  <a:lnTo>
                    <a:pt x="55024" y="7340"/>
                  </a:lnTo>
                  <a:lnTo>
                    <a:pt x="89916" y="0"/>
                  </a:lnTo>
                  <a:lnTo>
                    <a:pt x="14630400" y="0"/>
                  </a:lnTo>
                  <a:lnTo>
                    <a:pt x="14630400" y="493775"/>
                  </a:lnTo>
                  <a:close/>
                </a:path>
              </a:pathLst>
            </a:custGeom>
            <a:solidFill>
              <a:srgbClr val="F1EDED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761" y="761"/>
              <a:ext cx="14629130" cy="8228330"/>
            </a:xfrm>
            <a:custGeom>
              <a:avLst/>
              <a:gdLst/>
              <a:ahLst/>
              <a:cxnLst/>
              <a:rect l="l" t="t" r="r" b="b"/>
              <a:pathLst>
                <a:path w="14629130" h="8228330">
                  <a:moveTo>
                    <a:pt x="0" y="0"/>
                  </a:moveTo>
                  <a:lnTo>
                    <a:pt x="14628876" y="0"/>
                  </a:lnTo>
                  <a:lnTo>
                    <a:pt x="14628876" y="8228076"/>
                  </a:lnTo>
                  <a:lnTo>
                    <a:pt x="0" y="8228076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0454" rIns="0" bIns="0" rtlCol="0">
            <a:spAutoFit/>
          </a:bodyPr>
          <a:lstStyle/>
          <a:p>
            <a:pPr marL="306705">
              <a:lnSpc>
                <a:spcPct val="100000"/>
              </a:lnSpc>
              <a:spcBef>
                <a:spcPts val="100"/>
              </a:spcBef>
            </a:pPr>
            <a:r>
              <a:rPr sz="3000" dirty="0"/>
              <a:t>Bi</a:t>
            </a:r>
            <a:r>
              <a:rPr sz="3000" b="0" dirty="0">
                <a:latin typeface="Arial" panose="020B0604020202020204"/>
                <a:cs typeface="Arial" panose="020B0604020202020204"/>
              </a:rPr>
              <a:t>ể</a:t>
            </a:r>
            <a:r>
              <a:rPr sz="3000" dirty="0"/>
              <a:t>u</a:t>
            </a:r>
            <a:r>
              <a:rPr sz="3000" spc="80" dirty="0"/>
              <a:t> </a:t>
            </a:r>
            <a:r>
              <a:rPr sz="3000" dirty="0"/>
              <a:t>đ</a:t>
            </a:r>
            <a:r>
              <a:rPr sz="3000" b="0" dirty="0">
                <a:latin typeface="Arial" panose="020B0604020202020204"/>
                <a:cs typeface="Arial" panose="020B0604020202020204"/>
              </a:rPr>
              <a:t>ồ </a:t>
            </a:r>
            <a:r>
              <a:rPr sz="3000" dirty="0"/>
              <a:t>Tr</a:t>
            </a:r>
            <a:r>
              <a:rPr sz="3000" b="0" dirty="0">
                <a:latin typeface="Arial" panose="020B0604020202020204"/>
                <a:cs typeface="Arial" panose="020B0604020202020204"/>
              </a:rPr>
              <a:t>ạ</a:t>
            </a:r>
            <a:r>
              <a:rPr sz="3000" dirty="0"/>
              <a:t>ng</a:t>
            </a:r>
            <a:r>
              <a:rPr sz="3000" spc="80" dirty="0"/>
              <a:t> </a:t>
            </a:r>
            <a:r>
              <a:rPr sz="3000" spc="100" dirty="0"/>
              <a:t>thái</a:t>
            </a:r>
            <a:r>
              <a:rPr sz="3000" spc="80" dirty="0"/>
              <a:t> </a:t>
            </a:r>
            <a:r>
              <a:rPr sz="3000" spc="50" dirty="0"/>
              <a:t>phê</a:t>
            </a:r>
            <a:r>
              <a:rPr sz="3000" spc="80" dirty="0"/>
              <a:t> </a:t>
            </a:r>
            <a:r>
              <a:rPr sz="3000" dirty="0"/>
              <a:t>duy</a:t>
            </a:r>
            <a:r>
              <a:rPr sz="3000" b="0" dirty="0">
                <a:latin typeface="Arial" panose="020B0604020202020204"/>
                <a:cs typeface="Arial" panose="020B0604020202020204"/>
              </a:rPr>
              <a:t>ệ</a:t>
            </a:r>
            <a:r>
              <a:rPr sz="3000" dirty="0"/>
              <a:t>t</a:t>
            </a:r>
            <a:r>
              <a:rPr sz="3000" spc="80" dirty="0"/>
              <a:t> </a:t>
            </a:r>
            <a:r>
              <a:rPr sz="3000" spc="85" dirty="0"/>
              <a:t>c</a:t>
            </a:r>
            <a:r>
              <a:rPr sz="3000" b="0" spc="85" dirty="0">
                <a:latin typeface="Arial" panose="020B0604020202020204"/>
                <a:cs typeface="Arial" panose="020B0604020202020204"/>
              </a:rPr>
              <a:t>ủ</a:t>
            </a:r>
            <a:r>
              <a:rPr sz="3000" spc="85" dirty="0"/>
              <a:t>a</a:t>
            </a:r>
            <a:r>
              <a:rPr sz="3000" spc="80" dirty="0"/>
              <a:t> </a:t>
            </a:r>
            <a:r>
              <a:rPr sz="3000" spc="55" dirty="0"/>
              <a:t>ch</a:t>
            </a:r>
            <a:r>
              <a:rPr sz="3000" b="0" spc="55" dirty="0">
                <a:latin typeface="Arial" panose="020B0604020202020204"/>
                <a:cs typeface="Arial" panose="020B0604020202020204"/>
              </a:rPr>
              <a:t>ủ</a:t>
            </a:r>
            <a:r>
              <a:rPr sz="3000" b="0" dirty="0">
                <a:latin typeface="Arial" panose="020B0604020202020204"/>
                <a:cs typeface="Arial" panose="020B0604020202020204"/>
              </a:rPr>
              <a:t> </a:t>
            </a:r>
            <a:r>
              <a:rPr sz="3000" spc="60" dirty="0"/>
              <a:t>sân</a:t>
            </a:r>
            <a:endParaRPr sz="30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0" y="761"/>
            <a:ext cx="14630400" cy="8228965"/>
            <a:chOff x="0" y="761"/>
            <a:chExt cx="14630400" cy="8228965"/>
          </a:xfrm>
        </p:grpSpPr>
        <p:pic>
          <p:nvPicPr>
            <p:cNvPr id="4" name="object 4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5704690" y="1554248"/>
              <a:ext cx="2188105" cy="6100372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0" y="7735823"/>
              <a:ext cx="14630400" cy="494030"/>
            </a:xfrm>
            <a:custGeom>
              <a:avLst/>
              <a:gdLst/>
              <a:ahLst/>
              <a:cxnLst/>
              <a:rect l="l" t="t" r="r" b="b"/>
              <a:pathLst>
                <a:path w="14630400" h="494029">
                  <a:moveTo>
                    <a:pt x="14630400" y="493775"/>
                  </a:moveTo>
                  <a:lnTo>
                    <a:pt x="0" y="493775"/>
                  </a:lnTo>
                  <a:lnTo>
                    <a:pt x="0" y="91440"/>
                  </a:lnTo>
                  <a:lnTo>
                    <a:pt x="7102" y="55881"/>
                  </a:lnTo>
                  <a:lnTo>
                    <a:pt x="26431" y="26908"/>
                  </a:lnTo>
                  <a:lnTo>
                    <a:pt x="55024" y="7340"/>
                  </a:lnTo>
                  <a:lnTo>
                    <a:pt x="89916" y="0"/>
                  </a:lnTo>
                  <a:lnTo>
                    <a:pt x="14630400" y="0"/>
                  </a:lnTo>
                  <a:lnTo>
                    <a:pt x="14630400" y="493775"/>
                  </a:lnTo>
                  <a:close/>
                </a:path>
              </a:pathLst>
            </a:custGeom>
            <a:solidFill>
              <a:srgbClr val="F1EDED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761" y="761"/>
              <a:ext cx="14629130" cy="8228330"/>
            </a:xfrm>
            <a:custGeom>
              <a:avLst/>
              <a:gdLst/>
              <a:ahLst/>
              <a:cxnLst/>
              <a:rect l="l" t="t" r="r" b="b"/>
              <a:pathLst>
                <a:path w="14629130" h="8228330">
                  <a:moveTo>
                    <a:pt x="0" y="0"/>
                  </a:moveTo>
                  <a:lnTo>
                    <a:pt x="14628876" y="0"/>
                  </a:lnTo>
                  <a:lnTo>
                    <a:pt x="14628876" y="8228076"/>
                  </a:lnTo>
                  <a:lnTo>
                    <a:pt x="0" y="8228076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1902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/>
              <a:t>Bi</a:t>
            </a:r>
            <a:r>
              <a:rPr b="0" dirty="0">
                <a:latin typeface="Arial" panose="020B0604020202020204"/>
                <a:cs typeface="Arial" panose="020B0604020202020204"/>
              </a:rPr>
              <a:t>ể</a:t>
            </a:r>
            <a:r>
              <a:rPr dirty="0"/>
              <a:t>u</a:t>
            </a:r>
            <a:r>
              <a:rPr spc="85" dirty="0"/>
              <a:t> </a:t>
            </a:r>
            <a:r>
              <a:rPr dirty="0"/>
              <a:t>đ</a:t>
            </a:r>
            <a:r>
              <a:rPr b="0" dirty="0">
                <a:latin typeface="Arial" panose="020B0604020202020204"/>
                <a:cs typeface="Arial" panose="020B0604020202020204"/>
              </a:rPr>
              <a:t>ồ</a:t>
            </a:r>
            <a:r>
              <a:rPr b="0" spc="-40" dirty="0">
                <a:latin typeface="Arial" panose="020B0604020202020204"/>
                <a:cs typeface="Arial" panose="020B0604020202020204"/>
              </a:rPr>
              <a:t> </a:t>
            </a:r>
            <a:r>
              <a:rPr dirty="0"/>
              <a:t>Ho</a:t>
            </a:r>
            <a:r>
              <a:rPr b="0" dirty="0">
                <a:latin typeface="Arial" panose="020B0604020202020204"/>
                <a:cs typeface="Arial" panose="020B0604020202020204"/>
              </a:rPr>
              <a:t>ạ</a:t>
            </a:r>
            <a:r>
              <a:rPr dirty="0"/>
              <a:t>t</a:t>
            </a:r>
            <a:r>
              <a:rPr spc="100" dirty="0"/>
              <a:t> </a:t>
            </a:r>
            <a:r>
              <a:rPr spc="-20" dirty="0"/>
              <a:t>đ</a:t>
            </a:r>
            <a:r>
              <a:rPr b="0" spc="-20" dirty="0">
                <a:latin typeface="Arial" panose="020B0604020202020204"/>
                <a:cs typeface="Arial" panose="020B0604020202020204"/>
              </a:rPr>
              <a:t>ộ</a:t>
            </a:r>
            <a:r>
              <a:rPr spc="-20" dirty="0"/>
              <a:t>ng</a:t>
            </a:r>
            <a:endParaRPr spc="-20" dirty="0"/>
          </a:p>
        </p:txBody>
      </p:sp>
      <p:pic>
        <p:nvPicPr>
          <p:cNvPr id="3" name="object 3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3430523" y="1089660"/>
            <a:ext cx="7299959" cy="6789420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603884" y="1548765"/>
            <a:ext cx="3609975" cy="292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Bi</a:t>
            </a:r>
            <a:r>
              <a:rPr sz="175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ể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u</a:t>
            </a:r>
            <a:r>
              <a:rPr sz="1750" b="1" spc="-2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đ</a:t>
            </a:r>
            <a:r>
              <a:rPr sz="175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ồ</a:t>
            </a:r>
            <a:r>
              <a:rPr sz="1750" spc="-15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ho</a:t>
            </a:r>
            <a:r>
              <a:rPr sz="175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ạ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</a:t>
            </a:r>
            <a:r>
              <a:rPr sz="1750" b="1" spc="-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-1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đ</a:t>
            </a:r>
            <a:r>
              <a:rPr sz="1750" spc="-1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ộ</a:t>
            </a:r>
            <a:r>
              <a:rPr sz="1750" b="1" spc="-1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ng</a:t>
            </a:r>
            <a:r>
              <a:rPr sz="1750" b="1" spc="-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-7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c</a:t>
            </a:r>
            <a:r>
              <a:rPr sz="1750" spc="-75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ủ</a:t>
            </a:r>
            <a:r>
              <a:rPr sz="1750" b="1" spc="-7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a</a:t>
            </a:r>
            <a:r>
              <a:rPr sz="1750" b="1" spc="-3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-1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ng</a:t>
            </a:r>
            <a:r>
              <a:rPr sz="1750" spc="-1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ườ</a:t>
            </a:r>
            <a:r>
              <a:rPr sz="1750" b="1" spc="-1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i</a:t>
            </a:r>
            <a:r>
              <a:rPr sz="1750" b="1" spc="-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ch</a:t>
            </a:r>
            <a:r>
              <a:rPr sz="1750" spc="-2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ơ</a:t>
            </a:r>
            <a:r>
              <a:rPr sz="1750" b="1" spc="-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i</a:t>
            </a:r>
            <a:endParaRPr sz="1750">
              <a:latin typeface="Century Gothic" panose="020B0502020202020204"/>
              <a:cs typeface="Century Gothic" panose="020B0502020202020204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761"/>
            <a:ext cx="14630400" cy="8228965"/>
            <a:chOff x="0" y="761"/>
            <a:chExt cx="14630400" cy="8228965"/>
          </a:xfrm>
        </p:grpSpPr>
        <p:sp>
          <p:nvSpPr>
            <p:cNvPr id="6" name="object 6"/>
            <p:cNvSpPr/>
            <p:nvPr/>
          </p:nvSpPr>
          <p:spPr>
            <a:xfrm>
              <a:off x="0" y="7735823"/>
              <a:ext cx="14630400" cy="494030"/>
            </a:xfrm>
            <a:custGeom>
              <a:avLst/>
              <a:gdLst/>
              <a:ahLst/>
              <a:cxnLst/>
              <a:rect l="l" t="t" r="r" b="b"/>
              <a:pathLst>
                <a:path w="14630400" h="494029">
                  <a:moveTo>
                    <a:pt x="14630400" y="493775"/>
                  </a:moveTo>
                  <a:lnTo>
                    <a:pt x="0" y="493775"/>
                  </a:lnTo>
                  <a:lnTo>
                    <a:pt x="0" y="91440"/>
                  </a:lnTo>
                  <a:lnTo>
                    <a:pt x="7102" y="55881"/>
                  </a:lnTo>
                  <a:lnTo>
                    <a:pt x="26431" y="26908"/>
                  </a:lnTo>
                  <a:lnTo>
                    <a:pt x="55024" y="7340"/>
                  </a:lnTo>
                  <a:lnTo>
                    <a:pt x="89916" y="0"/>
                  </a:lnTo>
                  <a:lnTo>
                    <a:pt x="14630400" y="0"/>
                  </a:lnTo>
                  <a:lnTo>
                    <a:pt x="14630400" y="493775"/>
                  </a:lnTo>
                  <a:close/>
                </a:path>
              </a:pathLst>
            </a:custGeom>
            <a:solidFill>
              <a:srgbClr val="F1EDED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761" y="761"/>
              <a:ext cx="14629130" cy="8228330"/>
            </a:xfrm>
            <a:custGeom>
              <a:avLst/>
              <a:gdLst/>
              <a:ahLst/>
              <a:cxnLst/>
              <a:rect l="l" t="t" r="r" b="b"/>
              <a:pathLst>
                <a:path w="14629130" h="8228330">
                  <a:moveTo>
                    <a:pt x="0" y="0"/>
                  </a:moveTo>
                  <a:lnTo>
                    <a:pt x="14628876" y="0"/>
                  </a:lnTo>
                  <a:lnTo>
                    <a:pt x="14628876" y="8228076"/>
                  </a:lnTo>
                  <a:lnTo>
                    <a:pt x="0" y="8228076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3549396" y="1126176"/>
            <a:ext cx="6791565" cy="652372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1902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/>
              <a:t>Bi</a:t>
            </a:r>
            <a:r>
              <a:rPr b="0" dirty="0">
                <a:latin typeface="Arial" panose="020B0604020202020204"/>
                <a:cs typeface="Arial" panose="020B0604020202020204"/>
              </a:rPr>
              <a:t>ể</a:t>
            </a:r>
            <a:r>
              <a:rPr dirty="0"/>
              <a:t>u</a:t>
            </a:r>
            <a:r>
              <a:rPr spc="85" dirty="0"/>
              <a:t> </a:t>
            </a:r>
            <a:r>
              <a:rPr dirty="0"/>
              <a:t>đ</a:t>
            </a:r>
            <a:r>
              <a:rPr b="0" dirty="0">
                <a:latin typeface="Arial" panose="020B0604020202020204"/>
                <a:cs typeface="Arial" panose="020B0604020202020204"/>
              </a:rPr>
              <a:t>ồ</a:t>
            </a:r>
            <a:r>
              <a:rPr b="0" spc="-40" dirty="0">
                <a:latin typeface="Arial" panose="020B0604020202020204"/>
                <a:cs typeface="Arial" panose="020B0604020202020204"/>
              </a:rPr>
              <a:t> </a:t>
            </a:r>
            <a:r>
              <a:rPr dirty="0"/>
              <a:t>Ho</a:t>
            </a:r>
            <a:r>
              <a:rPr b="0" dirty="0">
                <a:latin typeface="Arial" panose="020B0604020202020204"/>
                <a:cs typeface="Arial" panose="020B0604020202020204"/>
              </a:rPr>
              <a:t>ạ</a:t>
            </a:r>
            <a:r>
              <a:rPr dirty="0"/>
              <a:t>t</a:t>
            </a:r>
            <a:r>
              <a:rPr spc="100" dirty="0"/>
              <a:t> </a:t>
            </a:r>
            <a:r>
              <a:rPr spc="-20" dirty="0"/>
              <a:t>đ</a:t>
            </a:r>
            <a:r>
              <a:rPr b="0" spc="-20" dirty="0">
                <a:latin typeface="Arial" panose="020B0604020202020204"/>
                <a:cs typeface="Arial" panose="020B0604020202020204"/>
              </a:rPr>
              <a:t>ộ</a:t>
            </a:r>
            <a:r>
              <a:rPr spc="-20" dirty="0"/>
              <a:t>ng</a:t>
            </a:r>
            <a:endParaRPr spc="-20" dirty="0"/>
          </a:p>
        </p:txBody>
      </p:sp>
      <p:sp>
        <p:nvSpPr>
          <p:cNvPr id="4" name="object 4"/>
          <p:cNvSpPr txBox="1"/>
          <p:nvPr/>
        </p:nvSpPr>
        <p:spPr>
          <a:xfrm>
            <a:off x="603884" y="1574800"/>
            <a:ext cx="3286760" cy="292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Bi</a:t>
            </a:r>
            <a:r>
              <a:rPr sz="175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ể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u</a:t>
            </a:r>
            <a:r>
              <a:rPr sz="1750" b="1" spc="-2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đ</a:t>
            </a:r>
            <a:r>
              <a:rPr sz="175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ồ</a:t>
            </a:r>
            <a:r>
              <a:rPr sz="1750" spc="-15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ho</a:t>
            </a:r>
            <a:r>
              <a:rPr sz="175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ạ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</a:t>
            </a:r>
            <a:r>
              <a:rPr sz="1750" b="1" spc="-2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-1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đ</a:t>
            </a:r>
            <a:r>
              <a:rPr sz="1750" spc="-1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ộ</a:t>
            </a:r>
            <a:r>
              <a:rPr sz="1750" b="1" spc="-1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ng</a:t>
            </a:r>
            <a:r>
              <a:rPr sz="1750" b="1" spc="-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-7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c</a:t>
            </a:r>
            <a:r>
              <a:rPr sz="1750" spc="-75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ủ</a:t>
            </a:r>
            <a:r>
              <a:rPr sz="1750" b="1" spc="-7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a</a:t>
            </a:r>
            <a:r>
              <a:rPr sz="1750" b="1" spc="-3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-1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ch</a:t>
            </a:r>
            <a:r>
              <a:rPr sz="1750" spc="-1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ủ</a:t>
            </a:r>
            <a:r>
              <a:rPr sz="1750" spc="-15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750" b="1" spc="-2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sân</a:t>
            </a:r>
            <a:endParaRPr sz="1750">
              <a:latin typeface="Century Gothic" panose="020B0502020202020204"/>
              <a:cs typeface="Century Gothic" panose="020B0502020202020204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761"/>
            <a:ext cx="14630400" cy="8228965"/>
            <a:chOff x="0" y="761"/>
            <a:chExt cx="14630400" cy="8228965"/>
          </a:xfrm>
        </p:grpSpPr>
        <p:sp>
          <p:nvSpPr>
            <p:cNvPr id="6" name="object 6"/>
            <p:cNvSpPr/>
            <p:nvPr/>
          </p:nvSpPr>
          <p:spPr>
            <a:xfrm>
              <a:off x="0" y="7735823"/>
              <a:ext cx="14630400" cy="494030"/>
            </a:xfrm>
            <a:custGeom>
              <a:avLst/>
              <a:gdLst/>
              <a:ahLst/>
              <a:cxnLst/>
              <a:rect l="l" t="t" r="r" b="b"/>
              <a:pathLst>
                <a:path w="14630400" h="494029">
                  <a:moveTo>
                    <a:pt x="14630400" y="493775"/>
                  </a:moveTo>
                  <a:lnTo>
                    <a:pt x="0" y="493775"/>
                  </a:lnTo>
                  <a:lnTo>
                    <a:pt x="0" y="91440"/>
                  </a:lnTo>
                  <a:lnTo>
                    <a:pt x="7102" y="55881"/>
                  </a:lnTo>
                  <a:lnTo>
                    <a:pt x="26431" y="26908"/>
                  </a:lnTo>
                  <a:lnTo>
                    <a:pt x="55024" y="7340"/>
                  </a:lnTo>
                  <a:lnTo>
                    <a:pt x="89916" y="0"/>
                  </a:lnTo>
                  <a:lnTo>
                    <a:pt x="14630400" y="0"/>
                  </a:lnTo>
                  <a:lnTo>
                    <a:pt x="14630400" y="493775"/>
                  </a:lnTo>
                  <a:close/>
                </a:path>
              </a:pathLst>
            </a:custGeom>
            <a:solidFill>
              <a:srgbClr val="F1EDED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761" y="761"/>
              <a:ext cx="14629130" cy="8228330"/>
            </a:xfrm>
            <a:custGeom>
              <a:avLst/>
              <a:gdLst/>
              <a:ahLst/>
              <a:cxnLst/>
              <a:rect l="l" t="t" r="r" b="b"/>
              <a:pathLst>
                <a:path w="14629130" h="8228330">
                  <a:moveTo>
                    <a:pt x="0" y="0"/>
                  </a:moveTo>
                  <a:lnTo>
                    <a:pt x="14628876" y="0"/>
                  </a:lnTo>
                  <a:lnTo>
                    <a:pt x="14628876" y="8228076"/>
                  </a:lnTo>
                  <a:lnTo>
                    <a:pt x="0" y="8228076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81088" y="1234516"/>
            <a:ext cx="3387725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b="1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Chu</a:t>
            </a:r>
            <a:r>
              <a:rPr sz="3000" dirty="0">
                <a:solidFill>
                  <a:srgbClr val="020202"/>
                </a:solidFill>
                <a:latin typeface="Arial" panose="020B0604020202020204"/>
                <a:cs typeface="Arial" panose="020B0604020202020204"/>
              </a:rPr>
              <a:t>ẩ</a:t>
            </a:r>
            <a:r>
              <a:rPr sz="3000" b="1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n</a:t>
            </a:r>
            <a:r>
              <a:rPr sz="3000" b="1" spc="15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3000" b="1" spc="114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hóa</a:t>
            </a:r>
            <a:r>
              <a:rPr sz="3000" b="1" spc="15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3000" b="1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d</a:t>
            </a:r>
            <a:r>
              <a:rPr sz="3000" dirty="0">
                <a:solidFill>
                  <a:srgbClr val="020202"/>
                </a:solidFill>
                <a:latin typeface="Arial" panose="020B0604020202020204"/>
                <a:cs typeface="Arial" panose="020B0604020202020204"/>
              </a:rPr>
              <a:t>ữ</a:t>
            </a:r>
            <a:r>
              <a:rPr sz="3000" spc="-65" dirty="0">
                <a:solidFill>
                  <a:srgbClr val="020202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3000" b="1" spc="-20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li</a:t>
            </a:r>
            <a:r>
              <a:rPr sz="3000" spc="-20" dirty="0">
                <a:solidFill>
                  <a:srgbClr val="020202"/>
                </a:solidFill>
                <a:latin typeface="Arial" panose="020B0604020202020204"/>
                <a:cs typeface="Arial" panose="020B0604020202020204"/>
              </a:rPr>
              <a:t>ệ</a:t>
            </a:r>
            <a:r>
              <a:rPr sz="3000" b="1" spc="-20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u</a:t>
            </a:r>
            <a:endParaRPr sz="3000">
              <a:latin typeface="Palatino Linotype" panose="02040502050505030304"/>
              <a:cs typeface="Palatino Linotype" panose="02040502050505030304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04140">
              <a:lnSpc>
                <a:spcPct val="100000"/>
              </a:lnSpc>
              <a:spcBef>
                <a:spcPts val="105"/>
              </a:spcBef>
            </a:pPr>
            <a:r>
              <a:rPr spc="70" dirty="0"/>
              <a:t>Thi</a:t>
            </a:r>
            <a:r>
              <a:rPr b="0" spc="70" dirty="0">
                <a:latin typeface="Arial" panose="020B0604020202020204"/>
                <a:cs typeface="Arial" panose="020B0604020202020204"/>
              </a:rPr>
              <a:t>ế</a:t>
            </a:r>
            <a:r>
              <a:rPr spc="70" dirty="0"/>
              <a:t>t</a:t>
            </a:r>
            <a:r>
              <a:rPr spc="50" dirty="0"/>
              <a:t> </a:t>
            </a:r>
            <a:r>
              <a:rPr dirty="0"/>
              <a:t>k</a:t>
            </a:r>
            <a:r>
              <a:rPr b="0" dirty="0">
                <a:latin typeface="Arial" panose="020B0604020202020204"/>
                <a:cs typeface="Arial" panose="020B0604020202020204"/>
              </a:rPr>
              <a:t>ế</a:t>
            </a:r>
            <a:r>
              <a:rPr b="0" spc="-85" dirty="0">
                <a:latin typeface="Arial" panose="020B0604020202020204"/>
                <a:cs typeface="Arial" panose="020B0604020202020204"/>
              </a:rPr>
              <a:t> </a:t>
            </a:r>
            <a:r>
              <a:rPr spc="50" dirty="0"/>
              <a:t>h</a:t>
            </a:r>
            <a:r>
              <a:rPr b="0" spc="50" dirty="0">
                <a:latin typeface="Arial" panose="020B0604020202020204"/>
                <a:cs typeface="Arial" panose="020B0604020202020204"/>
              </a:rPr>
              <a:t>ệ</a:t>
            </a:r>
            <a:r>
              <a:rPr b="0" spc="-85" dirty="0">
                <a:latin typeface="Arial" panose="020B0604020202020204"/>
                <a:cs typeface="Arial" panose="020B0604020202020204"/>
              </a:rPr>
              <a:t> </a:t>
            </a:r>
            <a:r>
              <a:rPr spc="100" dirty="0"/>
              <a:t>th</a:t>
            </a:r>
            <a:r>
              <a:rPr b="0" spc="100" dirty="0">
                <a:latin typeface="Arial" panose="020B0604020202020204"/>
                <a:cs typeface="Arial" panose="020B0604020202020204"/>
              </a:rPr>
              <a:t>ố</a:t>
            </a:r>
            <a:r>
              <a:rPr spc="100" dirty="0"/>
              <a:t>ng</a:t>
            </a:r>
            <a:endParaRPr spc="100" dirty="0"/>
          </a:p>
        </p:txBody>
      </p:sp>
      <p:grpSp>
        <p:nvGrpSpPr>
          <p:cNvPr id="4" name="object 4"/>
          <p:cNvGrpSpPr/>
          <p:nvPr/>
        </p:nvGrpSpPr>
        <p:grpSpPr>
          <a:xfrm>
            <a:off x="0" y="761"/>
            <a:ext cx="14630400" cy="8228965"/>
            <a:chOff x="0" y="761"/>
            <a:chExt cx="14630400" cy="8228965"/>
          </a:xfrm>
        </p:grpSpPr>
        <p:pic>
          <p:nvPicPr>
            <p:cNvPr id="5" name="object 5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794004" y="2458211"/>
              <a:ext cx="2906268" cy="1104900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94004" y="3765803"/>
              <a:ext cx="2944368" cy="2839212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62000" y="6733031"/>
              <a:ext cx="2962655" cy="876300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328159" y="2450591"/>
              <a:ext cx="2915412" cy="1315212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328159" y="3974591"/>
              <a:ext cx="2933699" cy="2628900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4328159" y="6726935"/>
              <a:ext cx="2982467" cy="885444"/>
            </a:xfrm>
            <a:prstGeom prst="rect">
              <a:avLst/>
            </a:prstGeom>
          </p:spPr>
        </p:pic>
        <p:pic>
          <p:nvPicPr>
            <p:cNvPr id="11" name="object 11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7871459" y="2450591"/>
              <a:ext cx="2889504" cy="885443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7871459" y="3680459"/>
              <a:ext cx="2877311" cy="867156"/>
            </a:xfrm>
            <a:prstGeom prst="rect">
              <a:avLst/>
            </a:prstGeom>
          </p:spPr>
        </p:pic>
        <p:pic>
          <p:nvPicPr>
            <p:cNvPr id="13" name="object 13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7871459" y="4803647"/>
              <a:ext cx="2915411" cy="656843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7853171" y="5760720"/>
              <a:ext cx="2868168" cy="1752600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11172443" y="2459735"/>
              <a:ext cx="2906267" cy="1514856"/>
            </a:xfrm>
            <a:prstGeom prst="rect">
              <a:avLst/>
            </a:prstGeom>
          </p:spPr>
        </p:pic>
        <p:pic>
          <p:nvPicPr>
            <p:cNvPr id="16" name="object 16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11172443" y="4315967"/>
              <a:ext cx="2924555" cy="1333500"/>
            </a:xfrm>
            <a:prstGeom prst="rect">
              <a:avLst/>
            </a:prstGeom>
          </p:spPr>
        </p:pic>
        <p:sp>
          <p:nvSpPr>
            <p:cNvPr id="17" name="object 17"/>
            <p:cNvSpPr/>
            <p:nvPr/>
          </p:nvSpPr>
          <p:spPr>
            <a:xfrm>
              <a:off x="0" y="7813547"/>
              <a:ext cx="14630400" cy="416559"/>
            </a:xfrm>
            <a:custGeom>
              <a:avLst/>
              <a:gdLst/>
              <a:ahLst/>
              <a:cxnLst/>
              <a:rect l="l" t="t" r="r" b="b"/>
              <a:pathLst>
                <a:path w="14630400" h="416559">
                  <a:moveTo>
                    <a:pt x="14630400" y="416051"/>
                  </a:moveTo>
                  <a:lnTo>
                    <a:pt x="0" y="416051"/>
                  </a:lnTo>
                  <a:lnTo>
                    <a:pt x="0" y="89916"/>
                  </a:lnTo>
                  <a:lnTo>
                    <a:pt x="7102" y="54738"/>
                  </a:lnTo>
                  <a:lnTo>
                    <a:pt x="26431" y="26050"/>
                  </a:lnTo>
                  <a:lnTo>
                    <a:pt x="55024" y="6816"/>
                  </a:lnTo>
                  <a:lnTo>
                    <a:pt x="89916" y="0"/>
                  </a:lnTo>
                  <a:lnTo>
                    <a:pt x="14630400" y="0"/>
                  </a:lnTo>
                  <a:lnTo>
                    <a:pt x="14630400" y="416051"/>
                  </a:lnTo>
                  <a:close/>
                </a:path>
              </a:pathLst>
            </a:custGeom>
            <a:solidFill>
              <a:srgbClr val="F1EDED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8" name="object 18"/>
            <p:cNvSpPr/>
            <p:nvPr/>
          </p:nvSpPr>
          <p:spPr>
            <a:xfrm>
              <a:off x="761" y="761"/>
              <a:ext cx="14629130" cy="8228330"/>
            </a:xfrm>
            <a:custGeom>
              <a:avLst/>
              <a:gdLst/>
              <a:ahLst/>
              <a:cxnLst/>
              <a:rect l="l" t="t" r="r" b="b"/>
              <a:pathLst>
                <a:path w="14629130" h="8228330">
                  <a:moveTo>
                    <a:pt x="0" y="0"/>
                  </a:moveTo>
                  <a:lnTo>
                    <a:pt x="14628876" y="0"/>
                  </a:lnTo>
                  <a:lnTo>
                    <a:pt x="14628876" y="8228076"/>
                  </a:lnTo>
                  <a:lnTo>
                    <a:pt x="0" y="8228076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81088" y="1234516"/>
            <a:ext cx="4173854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b="1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S</a:t>
            </a:r>
            <a:r>
              <a:rPr sz="3000" dirty="0">
                <a:solidFill>
                  <a:srgbClr val="020202"/>
                </a:solidFill>
                <a:latin typeface="Arial" panose="020B0604020202020204"/>
                <a:cs typeface="Arial" panose="020B0604020202020204"/>
              </a:rPr>
              <a:t>ơ</a:t>
            </a:r>
            <a:r>
              <a:rPr sz="3000" spc="-45" dirty="0">
                <a:solidFill>
                  <a:srgbClr val="020202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3000" b="1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đ</a:t>
            </a:r>
            <a:r>
              <a:rPr sz="3000" dirty="0">
                <a:solidFill>
                  <a:srgbClr val="020202"/>
                </a:solidFill>
                <a:latin typeface="Arial" panose="020B0604020202020204"/>
                <a:cs typeface="Arial" panose="020B0604020202020204"/>
              </a:rPr>
              <a:t>ồ</a:t>
            </a:r>
            <a:r>
              <a:rPr sz="3000" spc="-35" dirty="0">
                <a:solidFill>
                  <a:srgbClr val="020202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3000" b="1" spc="85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th</a:t>
            </a:r>
            <a:r>
              <a:rPr sz="3000" spc="85" dirty="0">
                <a:solidFill>
                  <a:srgbClr val="020202"/>
                </a:solidFill>
                <a:latin typeface="Arial" panose="020B0604020202020204"/>
                <a:cs typeface="Arial" panose="020B0604020202020204"/>
              </a:rPr>
              <a:t>ự</a:t>
            </a:r>
            <a:r>
              <a:rPr sz="3000" b="1" spc="85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c</a:t>
            </a:r>
            <a:r>
              <a:rPr sz="3000" b="1" spc="45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3000" b="1" spc="85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th</a:t>
            </a:r>
            <a:r>
              <a:rPr sz="3000" spc="85" dirty="0">
                <a:solidFill>
                  <a:srgbClr val="020202"/>
                </a:solidFill>
                <a:latin typeface="Arial" panose="020B0604020202020204"/>
                <a:cs typeface="Arial" panose="020B0604020202020204"/>
              </a:rPr>
              <a:t>ể</a:t>
            </a:r>
            <a:r>
              <a:rPr sz="3000" spc="-35" dirty="0">
                <a:solidFill>
                  <a:srgbClr val="020202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3000" b="1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liên</a:t>
            </a:r>
            <a:r>
              <a:rPr sz="3000" b="1" spc="45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3000" b="1" spc="-25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k</a:t>
            </a:r>
            <a:r>
              <a:rPr sz="3000" spc="-25" dirty="0">
                <a:solidFill>
                  <a:srgbClr val="020202"/>
                </a:solidFill>
                <a:latin typeface="Arial" panose="020B0604020202020204"/>
                <a:cs typeface="Arial" panose="020B0604020202020204"/>
              </a:rPr>
              <a:t>ế</a:t>
            </a:r>
            <a:r>
              <a:rPr sz="3000" b="1" spc="-25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t</a:t>
            </a:r>
            <a:endParaRPr sz="3000">
              <a:latin typeface="Palatino Linotype" panose="02040502050505030304"/>
              <a:cs typeface="Palatino Linotype" panose="02040502050505030304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04140">
              <a:lnSpc>
                <a:spcPct val="100000"/>
              </a:lnSpc>
              <a:spcBef>
                <a:spcPts val="105"/>
              </a:spcBef>
            </a:pPr>
            <a:r>
              <a:rPr spc="70" dirty="0"/>
              <a:t>Thi</a:t>
            </a:r>
            <a:r>
              <a:rPr b="0" spc="70" dirty="0">
                <a:latin typeface="Arial" panose="020B0604020202020204"/>
                <a:cs typeface="Arial" panose="020B0604020202020204"/>
              </a:rPr>
              <a:t>ế</a:t>
            </a:r>
            <a:r>
              <a:rPr spc="70" dirty="0"/>
              <a:t>t</a:t>
            </a:r>
            <a:r>
              <a:rPr spc="50" dirty="0"/>
              <a:t> </a:t>
            </a:r>
            <a:r>
              <a:rPr dirty="0"/>
              <a:t>k</a:t>
            </a:r>
            <a:r>
              <a:rPr b="0" dirty="0">
                <a:latin typeface="Arial" panose="020B0604020202020204"/>
                <a:cs typeface="Arial" panose="020B0604020202020204"/>
              </a:rPr>
              <a:t>ế</a:t>
            </a:r>
            <a:r>
              <a:rPr b="0" spc="-85" dirty="0">
                <a:latin typeface="Arial" panose="020B0604020202020204"/>
                <a:cs typeface="Arial" panose="020B0604020202020204"/>
              </a:rPr>
              <a:t> </a:t>
            </a:r>
            <a:r>
              <a:rPr spc="50" dirty="0"/>
              <a:t>h</a:t>
            </a:r>
            <a:r>
              <a:rPr b="0" spc="50" dirty="0">
                <a:latin typeface="Arial" panose="020B0604020202020204"/>
                <a:cs typeface="Arial" panose="020B0604020202020204"/>
              </a:rPr>
              <a:t>ệ</a:t>
            </a:r>
            <a:r>
              <a:rPr b="0" spc="-85" dirty="0">
                <a:latin typeface="Arial" panose="020B0604020202020204"/>
                <a:cs typeface="Arial" panose="020B0604020202020204"/>
              </a:rPr>
              <a:t> </a:t>
            </a:r>
            <a:r>
              <a:rPr spc="100" dirty="0"/>
              <a:t>th</a:t>
            </a:r>
            <a:r>
              <a:rPr b="0" spc="100" dirty="0">
                <a:latin typeface="Arial" panose="020B0604020202020204"/>
                <a:cs typeface="Arial" panose="020B0604020202020204"/>
              </a:rPr>
              <a:t>ố</a:t>
            </a:r>
            <a:r>
              <a:rPr spc="100" dirty="0"/>
              <a:t>ng</a:t>
            </a:r>
            <a:endParaRPr spc="100" dirty="0"/>
          </a:p>
        </p:txBody>
      </p:sp>
      <p:grpSp>
        <p:nvGrpSpPr>
          <p:cNvPr id="4" name="object 4"/>
          <p:cNvGrpSpPr/>
          <p:nvPr/>
        </p:nvGrpSpPr>
        <p:grpSpPr>
          <a:xfrm>
            <a:off x="761" y="153670"/>
            <a:ext cx="14629130" cy="8228330"/>
            <a:chOff x="761" y="761"/>
            <a:chExt cx="14629130" cy="8228330"/>
          </a:xfrm>
        </p:grpSpPr>
        <p:pic>
          <p:nvPicPr>
            <p:cNvPr id="5" name="object 5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5698235" y="137159"/>
              <a:ext cx="8787383" cy="8078724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761" y="761"/>
              <a:ext cx="14629130" cy="8228330"/>
            </a:xfrm>
            <a:custGeom>
              <a:avLst/>
              <a:gdLst/>
              <a:ahLst/>
              <a:cxnLst/>
              <a:rect l="l" t="t" r="r" b="b"/>
              <a:pathLst>
                <a:path w="14629130" h="8228330">
                  <a:moveTo>
                    <a:pt x="0" y="0"/>
                  </a:moveTo>
                  <a:lnTo>
                    <a:pt x="14628876" y="0"/>
                  </a:lnTo>
                  <a:lnTo>
                    <a:pt x="14628876" y="8228076"/>
                  </a:lnTo>
                  <a:lnTo>
                    <a:pt x="0" y="8228076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731519" y="0"/>
            <a:ext cx="13898880" cy="8229600"/>
            <a:chOff x="731519" y="0"/>
            <a:chExt cx="13898880" cy="8229600"/>
          </a:xfrm>
        </p:grpSpPr>
        <p:pic>
          <p:nvPicPr>
            <p:cNvPr id="3" name="object 3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9144000" y="0"/>
              <a:ext cx="5486400" cy="8229600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31519" y="2134814"/>
              <a:ext cx="522731" cy="416670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31519" y="3561411"/>
              <a:ext cx="522731" cy="462125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61823" y="4980432"/>
              <a:ext cx="462125" cy="522731"/>
            </a:xfrm>
            <a:prstGeom prst="rect">
              <a:avLst/>
            </a:prstGeom>
          </p:spPr>
        </p:pic>
      </p:grpSp>
      <p:sp>
        <p:nvSpPr>
          <p:cNvPr id="7" name="object 7"/>
          <p:cNvSpPr txBox="1"/>
          <p:nvPr/>
        </p:nvSpPr>
        <p:spPr>
          <a:xfrm>
            <a:off x="603884" y="1359458"/>
            <a:ext cx="7790815" cy="57988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b="1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Ki</a:t>
            </a:r>
            <a:r>
              <a:rPr sz="3000" dirty="0">
                <a:solidFill>
                  <a:srgbClr val="020202"/>
                </a:solidFill>
                <a:latin typeface="Arial" panose="020B0604020202020204"/>
                <a:cs typeface="Arial" panose="020B0604020202020204"/>
              </a:rPr>
              <a:t>ế</a:t>
            </a:r>
            <a:r>
              <a:rPr sz="3000" b="1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n</a:t>
            </a:r>
            <a:r>
              <a:rPr sz="3000" b="1" spc="25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3000" b="1" spc="105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trúc</a:t>
            </a:r>
            <a:r>
              <a:rPr sz="3000" b="1" spc="30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3000" b="1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T</a:t>
            </a:r>
            <a:r>
              <a:rPr sz="3000" dirty="0">
                <a:solidFill>
                  <a:srgbClr val="020202"/>
                </a:solidFill>
                <a:latin typeface="Arial" panose="020B0604020202020204"/>
                <a:cs typeface="Arial" panose="020B0604020202020204"/>
              </a:rPr>
              <a:t>ổ</a:t>
            </a:r>
            <a:r>
              <a:rPr sz="3000" b="1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ng</a:t>
            </a:r>
            <a:r>
              <a:rPr sz="3000" b="1" spc="25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3000" b="1" spc="85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th</a:t>
            </a:r>
            <a:r>
              <a:rPr sz="3000" spc="85" dirty="0">
                <a:solidFill>
                  <a:srgbClr val="020202"/>
                </a:solidFill>
                <a:latin typeface="Arial" panose="020B0604020202020204"/>
                <a:cs typeface="Arial" panose="020B0604020202020204"/>
              </a:rPr>
              <a:t>ể</a:t>
            </a:r>
            <a:r>
              <a:rPr sz="3000" spc="-55" dirty="0">
                <a:solidFill>
                  <a:srgbClr val="020202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3000" b="1" spc="-30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H</a:t>
            </a:r>
            <a:r>
              <a:rPr sz="3000" spc="-30" dirty="0">
                <a:solidFill>
                  <a:srgbClr val="020202"/>
                </a:solidFill>
                <a:latin typeface="Arial" panose="020B0604020202020204"/>
                <a:cs typeface="Arial" panose="020B0604020202020204"/>
              </a:rPr>
              <a:t>ệ</a:t>
            </a:r>
            <a:r>
              <a:rPr sz="3000" spc="-50" dirty="0">
                <a:solidFill>
                  <a:srgbClr val="020202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3000" b="1" spc="50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th</a:t>
            </a:r>
            <a:r>
              <a:rPr sz="3000" spc="50" dirty="0">
                <a:solidFill>
                  <a:srgbClr val="020202"/>
                </a:solidFill>
                <a:latin typeface="Arial" panose="020B0604020202020204"/>
                <a:cs typeface="Arial" panose="020B0604020202020204"/>
              </a:rPr>
              <a:t>ố</a:t>
            </a:r>
            <a:r>
              <a:rPr sz="3000" b="1" spc="50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ng</a:t>
            </a:r>
            <a:endParaRPr sz="3000">
              <a:latin typeface="Palatino Linotype" panose="02040502050505030304"/>
              <a:cs typeface="Palatino Linotype" panose="02040502050505030304"/>
            </a:endParaRPr>
          </a:p>
          <a:p>
            <a:pPr marL="911225">
              <a:lnSpc>
                <a:spcPct val="100000"/>
              </a:lnSpc>
              <a:spcBef>
                <a:spcPts val="3025"/>
              </a:spcBef>
            </a:pPr>
            <a:r>
              <a:rPr sz="2150" b="1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Giao</a:t>
            </a:r>
            <a:r>
              <a:rPr sz="2150" b="1" spc="10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2150" b="1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di</a:t>
            </a:r>
            <a:r>
              <a:rPr sz="215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ệ</a:t>
            </a:r>
            <a:r>
              <a:rPr sz="2150" b="1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n</a:t>
            </a:r>
            <a:r>
              <a:rPr sz="2150" b="1" spc="10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2150" b="1" spc="55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(Frontend)</a:t>
            </a:r>
            <a:endParaRPr sz="2150">
              <a:latin typeface="Palatino Linotype" panose="02040502050505030304"/>
              <a:cs typeface="Palatino Linotype" panose="02040502050505030304"/>
            </a:endParaRPr>
          </a:p>
          <a:p>
            <a:pPr marL="911225">
              <a:lnSpc>
                <a:spcPct val="100000"/>
              </a:lnSpc>
              <a:spcBef>
                <a:spcPts val="1525"/>
              </a:spcBef>
            </a:pPr>
            <a:r>
              <a:rPr sz="1600" b="1" spc="8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HTML,</a:t>
            </a:r>
            <a:r>
              <a:rPr sz="1600" b="1" spc="-1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60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CSS,</a:t>
            </a:r>
            <a:r>
              <a:rPr sz="1600" b="1" spc="-1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JavaScript</a:t>
            </a:r>
            <a:endParaRPr sz="1600">
              <a:latin typeface="Century Gothic" panose="020B0502020202020204"/>
              <a:cs typeface="Century Gothic" panose="020B0502020202020204"/>
            </a:endParaRPr>
          </a:p>
          <a:p>
            <a:pPr>
              <a:lnSpc>
                <a:spcPct val="100000"/>
              </a:lnSpc>
            </a:pPr>
            <a:endParaRPr sz="1600">
              <a:latin typeface="Century Gothic" panose="020B0502020202020204"/>
              <a:cs typeface="Century Gothic" panose="020B0502020202020204"/>
            </a:endParaRPr>
          </a:p>
          <a:p>
            <a:pPr>
              <a:lnSpc>
                <a:spcPct val="100000"/>
              </a:lnSpc>
              <a:spcBef>
                <a:spcPts val="1460"/>
              </a:spcBef>
            </a:pPr>
            <a:endParaRPr sz="1600">
              <a:latin typeface="Century Gothic" panose="020B0502020202020204"/>
              <a:cs typeface="Century Gothic" panose="020B0502020202020204"/>
            </a:endParaRPr>
          </a:p>
          <a:p>
            <a:pPr marL="911225">
              <a:lnSpc>
                <a:spcPct val="100000"/>
              </a:lnSpc>
            </a:pPr>
            <a:r>
              <a:rPr sz="2150" b="1" spc="55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X</a:t>
            </a:r>
            <a:r>
              <a:rPr sz="2150" spc="55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ử</a:t>
            </a:r>
            <a:r>
              <a:rPr sz="2150" spc="-7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150" b="1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lý</a:t>
            </a:r>
            <a:r>
              <a:rPr sz="2150" b="1" spc="10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2150" b="1" spc="-10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(Backend)</a:t>
            </a:r>
            <a:endParaRPr sz="2150" b="1" spc="-10" dirty="0">
              <a:solidFill>
                <a:srgbClr val="383838"/>
              </a:solidFill>
              <a:latin typeface="Palatino Linotype" panose="02040502050505030304"/>
              <a:cs typeface="Palatino Linotype" panose="02040502050505030304"/>
            </a:endParaRPr>
          </a:p>
          <a:p>
            <a:pPr marL="911225">
              <a:lnSpc>
                <a:spcPct val="100000"/>
              </a:lnSpc>
            </a:pPr>
            <a:endParaRPr sz="2150" b="1" spc="-10" dirty="0">
              <a:solidFill>
                <a:srgbClr val="383838"/>
              </a:solidFill>
              <a:latin typeface="Palatino Linotype" panose="02040502050505030304"/>
              <a:cs typeface="Palatino Linotype" panose="02040502050505030304"/>
            </a:endParaRPr>
          </a:p>
          <a:p>
            <a:pPr marL="911225">
              <a:lnSpc>
                <a:spcPct val="100000"/>
              </a:lnSpc>
            </a:pPr>
            <a:r>
              <a:rPr lang="en-US" altLang="" sz="1600" b="1" spc="-10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Nodered API</a:t>
            </a:r>
            <a:endParaRPr sz="1600">
              <a:latin typeface="Century Gothic" panose="020B0502020202020204"/>
              <a:cs typeface="Century Gothic" panose="020B0502020202020204"/>
            </a:endParaRPr>
          </a:p>
          <a:p>
            <a:pPr>
              <a:lnSpc>
                <a:spcPct val="100000"/>
              </a:lnSpc>
              <a:spcBef>
                <a:spcPts val="1460"/>
              </a:spcBef>
            </a:pPr>
            <a:endParaRPr sz="1600">
              <a:latin typeface="Century Gothic" panose="020B0502020202020204"/>
              <a:cs typeface="Century Gothic" panose="020B0502020202020204"/>
            </a:endParaRPr>
          </a:p>
          <a:p>
            <a:pPr marL="911225">
              <a:lnSpc>
                <a:spcPct val="100000"/>
              </a:lnSpc>
            </a:pPr>
            <a:r>
              <a:rPr sz="2150" b="1" spc="-135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CSDL</a:t>
            </a:r>
            <a:r>
              <a:rPr sz="2150" b="1" spc="30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2150" b="1" spc="35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(Database)</a:t>
            </a:r>
            <a:endParaRPr sz="2150">
              <a:latin typeface="Palatino Linotype" panose="02040502050505030304"/>
              <a:cs typeface="Palatino Linotype" panose="02040502050505030304"/>
            </a:endParaRPr>
          </a:p>
          <a:p>
            <a:pPr marL="584835" marR="5080" lvl="1" indent="457200">
              <a:lnSpc>
                <a:spcPct val="135000"/>
              </a:lnSpc>
              <a:spcBef>
                <a:spcPts val="1885"/>
              </a:spcBef>
            </a:pPr>
            <a:r>
              <a:rPr lang="en-US" altLang="" sz="1600" b="1" spc="6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MySQL</a:t>
            </a:r>
            <a:endParaRPr lang="en-US" altLang="" sz="1600" b="1" spc="65" dirty="0">
              <a:solidFill>
                <a:srgbClr val="383838"/>
              </a:solidFill>
              <a:latin typeface="Century Gothic" panose="020B0502020202020204"/>
              <a:cs typeface="Century Gothic" panose="020B0502020202020204"/>
            </a:endParaRPr>
          </a:p>
          <a:p>
            <a:pPr marL="127635" marR="5080">
              <a:lnSpc>
                <a:spcPct val="135000"/>
              </a:lnSpc>
              <a:spcBef>
                <a:spcPts val="1885"/>
              </a:spcBef>
            </a:pPr>
            <a:r>
              <a:rPr sz="1600" spc="-4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Ứ</a:t>
            </a:r>
            <a:r>
              <a:rPr sz="1600" b="1" spc="-4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ng</a:t>
            </a:r>
            <a:r>
              <a:rPr sz="1600" b="1" spc="-6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600" b="1" spc="-3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d</a:t>
            </a:r>
            <a:r>
              <a:rPr sz="1600" spc="-3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ụ</a:t>
            </a:r>
            <a:r>
              <a:rPr sz="1600" b="1" spc="-3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ng</a:t>
            </a:r>
            <a:r>
              <a:rPr sz="1600" b="1" spc="-6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600" b="1" spc="-1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đ</a:t>
            </a:r>
            <a:r>
              <a:rPr sz="1600" spc="-1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ượ</a:t>
            </a:r>
            <a:r>
              <a:rPr sz="1600" b="1" spc="-1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c</a:t>
            </a:r>
            <a:r>
              <a:rPr sz="1600" b="1" spc="-7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600" b="1" spc="-2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xây</a:t>
            </a:r>
            <a:r>
              <a:rPr sz="1600" b="1" spc="-7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600" b="1" spc="-3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d</a:t>
            </a:r>
            <a:r>
              <a:rPr sz="1600" spc="-3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ự</a:t>
            </a:r>
            <a:r>
              <a:rPr sz="1600" b="1" spc="-3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ng</a:t>
            </a:r>
            <a:r>
              <a:rPr sz="1600" b="1" spc="-6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600" b="1" spc="7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trên</a:t>
            </a:r>
            <a:r>
              <a:rPr sz="1600" b="1" spc="-7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600" b="1" spc="-3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mô</a:t>
            </a:r>
            <a:r>
              <a:rPr sz="1600" b="1" spc="-7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60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hình</a:t>
            </a:r>
            <a:r>
              <a:rPr sz="1600" b="1" spc="-6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600" b="1" spc="5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3</a:t>
            </a:r>
            <a:r>
              <a:rPr sz="1600" b="1" spc="-6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600" b="1" spc="-1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l</a:t>
            </a:r>
            <a:r>
              <a:rPr sz="1600" spc="-1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ớ</a:t>
            </a:r>
            <a:r>
              <a:rPr sz="1600" b="1" spc="-1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p.</a:t>
            </a:r>
            <a:r>
              <a:rPr sz="1600" b="1" spc="-6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600" b="1" spc="-7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Giao</a:t>
            </a:r>
            <a:r>
              <a:rPr sz="1600" b="1" spc="-7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60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di</a:t>
            </a:r>
            <a:r>
              <a:rPr sz="160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ệ</a:t>
            </a:r>
            <a:r>
              <a:rPr sz="160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n</a:t>
            </a:r>
            <a:r>
              <a:rPr sz="1600" b="1" spc="-7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600" b="1" spc="-1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ng</a:t>
            </a:r>
            <a:r>
              <a:rPr sz="1600" spc="-1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ườ</a:t>
            </a:r>
            <a:r>
              <a:rPr sz="1600" b="1" spc="-1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i</a:t>
            </a:r>
            <a:r>
              <a:rPr sz="1600" b="1" spc="-6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600" b="1" spc="-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dùng</a:t>
            </a:r>
            <a:r>
              <a:rPr sz="1600" b="1" spc="-6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600" b="1" spc="-1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đ</a:t>
            </a:r>
            <a:r>
              <a:rPr sz="1600" spc="-1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ượ</a:t>
            </a:r>
            <a:r>
              <a:rPr sz="1600" b="1" spc="-1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c</a:t>
            </a:r>
            <a:r>
              <a:rPr sz="1600" b="1" spc="-7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600" b="1" spc="-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phát </a:t>
            </a:r>
            <a:r>
              <a:rPr sz="1600" b="1" spc="8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tri</a:t>
            </a:r>
            <a:r>
              <a:rPr sz="1600" spc="8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ể</a:t>
            </a:r>
            <a:r>
              <a:rPr sz="1600" b="1" spc="8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n</a:t>
            </a:r>
            <a:r>
              <a:rPr sz="1600" b="1" spc="-1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600" b="1" spc="-3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b</a:t>
            </a:r>
            <a:r>
              <a:rPr sz="1600" spc="-3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ằ</a:t>
            </a:r>
            <a:r>
              <a:rPr sz="1600" b="1" spc="-3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ng</a:t>
            </a:r>
            <a:r>
              <a:rPr sz="160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lang="en-US" altLang="" sz="160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HTML, CSS, JS</a:t>
            </a:r>
            <a:r>
              <a:rPr sz="160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. Ph</a:t>
            </a:r>
            <a:r>
              <a:rPr sz="160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ầ</a:t>
            </a:r>
            <a:r>
              <a:rPr sz="160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n</a:t>
            </a:r>
            <a:r>
              <a:rPr sz="1600" b="1" spc="-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60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x</a:t>
            </a:r>
            <a:r>
              <a:rPr sz="160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ử</a:t>
            </a:r>
            <a:r>
              <a:rPr sz="1600" spc="-5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lý</a:t>
            </a:r>
            <a:r>
              <a:rPr sz="1600" b="1" spc="-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600" b="1" spc="-1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nghi</a:t>
            </a:r>
            <a:r>
              <a:rPr sz="1600" spc="-1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ệ</a:t>
            </a:r>
            <a:r>
              <a:rPr sz="1600" b="1" spc="-1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p</a:t>
            </a:r>
            <a:r>
              <a:rPr sz="160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v</a:t>
            </a:r>
            <a:r>
              <a:rPr sz="160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ụ </a:t>
            </a:r>
            <a:r>
              <a:rPr sz="1600" b="1" spc="6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s</a:t>
            </a:r>
            <a:r>
              <a:rPr sz="1600" spc="65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ử</a:t>
            </a:r>
            <a:r>
              <a:rPr sz="160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spc="-3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d</a:t>
            </a:r>
            <a:r>
              <a:rPr sz="1600" spc="-3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ụ</a:t>
            </a:r>
            <a:r>
              <a:rPr sz="1600" b="1" spc="-3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ng</a:t>
            </a:r>
            <a:r>
              <a:rPr sz="1600" b="1" spc="-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lang="en-US" altLang="" sz="1600" b="1" spc="-1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Nodered</a:t>
            </a:r>
            <a:r>
              <a:rPr sz="160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. </a:t>
            </a:r>
            <a:r>
              <a:rPr sz="1600" b="1" spc="-2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D</a:t>
            </a:r>
            <a:r>
              <a:rPr sz="1600" spc="-25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ữ</a:t>
            </a:r>
            <a:r>
              <a:rPr sz="1600" spc="50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li</a:t>
            </a:r>
            <a:r>
              <a:rPr sz="160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ệ</a:t>
            </a:r>
            <a:r>
              <a:rPr sz="160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u</a:t>
            </a:r>
            <a:r>
              <a:rPr sz="1600" b="1" spc="-1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600" b="1" spc="-1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đ</a:t>
            </a:r>
            <a:r>
              <a:rPr sz="1600" spc="-1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ượ</a:t>
            </a:r>
            <a:r>
              <a:rPr sz="1600" b="1" spc="-1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c</a:t>
            </a:r>
            <a:r>
              <a:rPr sz="1600" b="1" spc="-1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60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l</a:t>
            </a:r>
            <a:r>
              <a:rPr sz="160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ư</a:t>
            </a:r>
            <a:r>
              <a:rPr sz="160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u</a:t>
            </a:r>
            <a:r>
              <a:rPr sz="1600" b="1" spc="-1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600" b="1" spc="11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tr</a:t>
            </a:r>
            <a:r>
              <a:rPr sz="1600" spc="11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ữ</a:t>
            </a:r>
            <a:r>
              <a:rPr sz="1600" spc="-1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60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trong</a:t>
            </a:r>
            <a:r>
              <a:rPr sz="1600" b="1" spc="-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lang="en-US" altLang="" sz="1600" b="1" spc="6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MySQL</a:t>
            </a:r>
            <a:r>
              <a:rPr sz="160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,</a:t>
            </a:r>
            <a:r>
              <a:rPr sz="1600" b="1" spc="-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60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đ</a:t>
            </a:r>
            <a:r>
              <a:rPr sz="160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ả</a:t>
            </a:r>
            <a:r>
              <a:rPr sz="160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m</a:t>
            </a:r>
            <a:r>
              <a:rPr sz="1600" b="1" spc="-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600" b="1" spc="-2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b</a:t>
            </a:r>
            <a:r>
              <a:rPr sz="1600" spc="-25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ả</a:t>
            </a:r>
            <a:r>
              <a:rPr sz="1600" b="1" spc="-2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o</a:t>
            </a:r>
            <a:r>
              <a:rPr sz="1600" b="1" spc="-1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60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hi</a:t>
            </a:r>
            <a:r>
              <a:rPr sz="160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ệ</a:t>
            </a:r>
            <a:r>
              <a:rPr sz="160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u</a:t>
            </a:r>
            <a:r>
              <a:rPr sz="1600" b="1" spc="-1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600" b="1" spc="9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su</a:t>
            </a:r>
            <a:r>
              <a:rPr sz="1600" spc="9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ấ</a:t>
            </a:r>
            <a:r>
              <a:rPr sz="1600" b="1" spc="9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</a:t>
            </a:r>
            <a:r>
              <a:rPr sz="1600" b="1" spc="-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600" b="1" spc="-7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và</a:t>
            </a:r>
            <a:r>
              <a:rPr sz="1600" b="1" spc="-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600" b="1" spc="-2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b</a:t>
            </a:r>
            <a:r>
              <a:rPr sz="1600" spc="-25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ả</a:t>
            </a:r>
            <a:r>
              <a:rPr sz="1600" b="1" spc="-2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o</a:t>
            </a:r>
            <a:r>
              <a:rPr sz="1600" b="1" spc="-1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600" b="1" spc="-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m</a:t>
            </a:r>
            <a:r>
              <a:rPr sz="1600" spc="-2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ậ</a:t>
            </a:r>
            <a:r>
              <a:rPr sz="1600" b="1" spc="-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t.</a:t>
            </a:r>
            <a:endParaRPr sz="1600">
              <a:latin typeface="Century Gothic" panose="020B0502020202020204"/>
              <a:cs typeface="Century Gothic" panose="020B0502020202020204"/>
            </a:endParaRPr>
          </a:p>
        </p:txBody>
      </p:sp>
      <p:sp>
        <p:nvSpPr>
          <p:cNvPr id="8" name="object 8"/>
          <p:cNvSpPr txBox="1">
            <a:spLocks noGrp="1"/>
          </p:cNvSpPr>
          <p:nvPr>
            <p:ph type="title"/>
          </p:nvPr>
        </p:nvSpPr>
        <p:spPr>
          <a:xfrm>
            <a:off x="603923" y="240740"/>
            <a:ext cx="5069840" cy="7353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pc="70" dirty="0"/>
              <a:t>Thi</a:t>
            </a:r>
            <a:r>
              <a:rPr b="0" spc="70" dirty="0">
                <a:latin typeface="Arial" panose="020B0604020202020204"/>
                <a:cs typeface="Arial" panose="020B0604020202020204"/>
              </a:rPr>
              <a:t>ế</a:t>
            </a:r>
            <a:r>
              <a:rPr spc="70" dirty="0"/>
              <a:t>t</a:t>
            </a:r>
            <a:r>
              <a:rPr spc="50" dirty="0"/>
              <a:t> </a:t>
            </a:r>
            <a:r>
              <a:rPr dirty="0"/>
              <a:t>k</a:t>
            </a:r>
            <a:r>
              <a:rPr b="0" dirty="0">
                <a:latin typeface="Arial" panose="020B0604020202020204"/>
                <a:cs typeface="Arial" panose="020B0604020202020204"/>
              </a:rPr>
              <a:t>ế</a:t>
            </a:r>
            <a:r>
              <a:rPr b="0" spc="-85" dirty="0">
                <a:latin typeface="Arial" panose="020B0604020202020204"/>
                <a:cs typeface="Arial" panose="020B0604020202020204"/>
              </a:rPr>
              <a:t> </a:t>
            </a:r>
            <a:r>
              <a:rPr spc="50" dirty="0"/>
              <a:t>h</a:t>
            </a:r>
            <a:r>
              <a:rPr b="0" spc="50" dirty="0">
                <a:latin typeface="Arial" panose="020B0604020202020204"/>
                <a:cs typeface="Arial" panose="020B0604020202020204"/>
              </a:rPr>
              <a:t>ệ</a:t>
            </a:r>
            <a:r>
              <a:rPr b="0" spc="-85" dirty="0">
                <a:latin typeface="Arial" panose="020B0604020202020204"/>
                <a:cs typeface="Arial" panose="020B0604020202020204"/>
              </a:rPr>
              <a:t> </a:t>
            </a:r>
            <a:r>
              <a:rPr spc="100" dirty="0"/>
              <a:t>th</a:t>
            </a:r>
            <a:r>
              <a:rPr b="0" spc="100" dirty="0">
                <a:latin typeface="Arial" panose="020B0604020202020204"/>
                <a:cs typeface="Arial" panose="020B0604020202020204"/>
              </a:rPr>
              <a:t>ố</a:t>
            </a:r>
            <a:r>
              <a:rPr spc="100" dirty="0"/>
              <a:t>ng</a:t>
            </a:r>
            <a:endParaRPr spc="100" dirty="0"/>
          </a:p>
        </p:txBody>
      </p:sp>
      <p:sp>
        <p:nvSpPr>
          <p:cNvPr id="9" name="object 9"/>
          <p:cNvSpPr/>
          <p:nvPr/>
        </p:nvSpPr>
        <p:spPr>
          <a:xfrm>
            <a:off x="761" y="761"/>
            <a:ext cx="14629130" cy="8228330"/>
          </a:xfrm>
          <a:custGeom>
            <a:avLst/>
            <a:gdLst/>
            <a:ahLst/>
            <a:cxnLst/>
            <a:rect l="l" t="t" r="r" b="b"/>
            <a:pathLst>
              <a:path w="14629130" h="8228330">
                <a:moveTo>
                  <a:pt x="0" y="0"/>
                </a:moveTo>
                <a:lnTo>
                  <a:pt x="14628876" y="0"/>
                </a:lnTo>
                <a:lnTo>
                  <a:pt x="14628876" y="8228076"/>
                </a:lnTo>
                <a:lnTo>
                  <a:pt x="0" y="8228076"/>
                </a:lnTo>
                <a:lnTo>
                  <a:pt x="0" y="0"/>
                </a:lnTo>
                <a:close/>
              </a:path>
            </a:pathLst>
          </a:custGeom>
          <a:ln w="3175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6267487" y="663219"/>
            <a:ext cx="5560060" cy="7334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/>
              <a:t>Cài</a:t>
            </a:r>
            <a:r>
              <a:rPr spc="55" dirty="0"/>
              <a:t> </a:t>
            </a:r>
            <a:r>
              <a:rPr spc="70" dirty="0"/>
              <a:t>đ</a:t>
            </a:r>
            <a:r>
              <a:rPr b="0" spc="70" dirty="0">
                <a:latin typeface="Arial" panose="020B0604020202020204"/>
                <a:cs typeface="Arial" panose="020B0604020202020204"/>
              </a:rPr>
              <a:t>ặ</a:t>
            </a:r>
            <a:r>
              <a:rPr spc="70" dirty="0"/>
              <a:t>t</a:t>
            </a:r>
            <a:r>
              <a:rPr spc="50" dirty="0"/>
              <a:t> </a:t>
            </a:r>
            <a:r>
              <a:rPr spc="75" dirty="0"/>
              <a:t>và</a:t>
            </a:r>
            <a:r>
              <a:rPr spc="60" dirty="0"/>
              <a:t> </a:t>
            </a:r>
            <a:r>
              <a:rPr dirty="0"/>
              <a:t>ki</a:t>
            </a:r>
            <a:r>
              <a:rPr b="0" dirty="0">
                <a:latin typeface="Arial" panose="020B0604020202020204"/>
                <a:cs typeface="Arial" panose="020B0604020202020204"/>
              </a:rPr>
              <a:t>ể</a:t>
            </a:r>
            <a:r>
              <a:rPr dirty="0"/>
              <a:t>m</a:t>
            </a:r>
            <a:r>
              <a:rPr spc="55" dirty="0"/>
              <a:t> </a:t>
            </a:r>
            <a:r>
              <a:rPr spc="100" dirty="0"/>
              <a:t>th</a:t>
            </a:r>
            <a:r>
              <a:rPr b="0" spc="100" dirty="0">
                <a:latin typeface="Arial" panose="020B0604020202020204"/>
                <a:cs typeface="Arial" panose="020B0604020202020204"/>
              </a:rPr>
              <a:t>ử</a:t>
            </a:r>
            <a:endParaRPr b="0" spc="100" dirty="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280403" y="1920239"/>
            <a:ext cx="1077468" cy="1292352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7576184" y="2226233"/>
            <a:ext cx="6210300" cy="4743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b="1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Ngôn</a:t>
            </a:r>
            <a:r>
              <a:rPr sz="3000" b="1" spc="60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3000" b="1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ng</a:t>
            </a:r>
            <a:r>
              <a:rPr sz="3000" dirty="0">
                <a:solidFill>
                  <a:srgbClr val="020202"/>
                </a:solidFill>
                <a:latin typeface="Arial" panose="020B0604020202020204"/>
                <a:cs typeface="Arial" panose="020B0604020202020204"/>
              </a:rPr>
              <a:t>ữ</a:t>
            </a:r>
            <a:r>
              <a:rPr sz="3000" spc="-20" dirty="0">
                <a:solidFill>
                  <a:srgbClr val="020202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3000" b="1" spc="-125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SQL</a:t>
            </a:r>
            <a:r>
              <a:rPr sz="3000" b="1" spc="70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3000" b="1" spc="55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và</a:t>
            </a:r>
            <a:r>
              <a:rPr sz="3000" b="1" spc="60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lang="en-US" altLang="" sz="3000" b="1" spc="-125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MySQL</a:t>
            </a:r>
            <a:endParaRPr lang="en-US" altLang="" sz="3000">
              <a:latin typeface="Palatino Linotype" panose="02040502050505030304"/>
              <a:cs typeface="Palatino Linotype" panose="02040502050505030304"/>
            </a:endParaRPr>
          </a:p>
        </p:txBody>
      </p:sp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280403" y="3726179"/>
            <a:ext cx="1077468" cy="1292352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7576184" y="4199178"/>
            <a:ext cx="530987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b="1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Thi</a:t>
            </a:r>
            <a:r>
              <a:rPr sz="3000" dirty="0">
                <a:solidFill>
                  <a:srgbClr val="020202"/>
                </a:solidFill>
                <a:latin typeface="Arial" panose="020B0604020202020204"/>
                <a:cs typeface="Arial" panose="020B0604020202020204"/>
              </a:rPr>
              <a:t>ế</a:t>
            </a:r>
            <a:r>
              <a:rPr sz="3000" b="1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t</a:t>
            </a:r>
            <a:r>
              <a:rPr sz="3000" b="1" spc="60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3000" b="1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k</a:t>
            </a:r>
            <a:r>
              <a:rPr sz="3000" dirty="0">
                <a:solidFill>
                  <a:srgbClr val="020202"/>
                </a:solidFill>
                <a:latin typeface="Arial" panose="020B0604020202020204"/>
                <a:cs typeface="Arial" panose="020B0604020202020204"/>
              </a:rPr>
              <a:t>ế</a:t>
            </a:r>
            <a:r>
              <a:rPr sz="3000" spc="-20" dirty="0">
                <a:solidFill>
                  <a:srgbClr val="020202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3000" b="1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web</a:t>
            </a:r>
            <a:r>
              <a:rPr sz="3000" b="1" spc="70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3000" b="1" spc="120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(</a:t>
            </a:r>
            <a:r>
              <a:rPr sz="3000" b="1" spc="65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3000" b="1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Visual</a:t>
            </a:r>
            <a:r>
              <a:rPr sz="3000" b="1" spc="60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3000" b="1" spc="-10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Studio)</a:t>
            </a:r>
            <a:endParaRPr sz="3000" dirty="0">
              <a:latin typeface="Palatino Linotype" panose="02040502050505030304"/>
              <a:cs typeface="Palatino Linotype" panose="02040502050505030304"/>
            </a:endParaRPr>
          </a:p>
        </p:txBody>
      </p:sp>
      <p:pic>
        <p:nvPicPr>
          <p:cNvPr id="8" name="object 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280403" y="5533644"/>
            <a:ext cx="1077468" cy="1586484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7576184" y="6152438"/>
            <a:ext cx="173990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b="1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Ki</a:t>
            </a:r>
            <a:r>
              <a:rPr sz="3000" dirty="0">
                <a:solidFill>
                  <a:srgbClr val="020202"/>
                </a:solidFill>
                <a:latin typeface="Arial" panose="020B0604020202020204"/>
                <a:cs typeface="Arial" panose="020B0604020202020204"/>
              </a:rPr>
              <a:t>ể</a:t>
            </a:r>
            <a:r>
              <a:rPr sz="3000" b="1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m</a:t>
            </a:r>
            <a:r>
              <a:rPr sz="3000" b="1" spc="-40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3000" b="1" spc="50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th</a:t>
            </a:r>
            <a:r>
              <a:rPr sz="3000" spc="50" dirty="0">
                <a:solidFill>
                  <a:srgbClr val="020202"/>
                </a:solidFill>
                <a:latin typeface="Arial" panose="020B0604020202020204"/>
                <a:cs typeface="Arial" panose="020B0604020202020204"/>
              </a:rPr>
              <a:t>ử</a:t>
            </a:r>
            <a:endParaRPr sz="3000"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761"/>
            <a:ext cx="14630400" cy="8228965"/>
            <a:chOff x="0" y="761"/>
            <a:chExt cx="14630400" cy="8228965"/>
          </a:xfrm>
        </p:grpSpPr>
        <p:sp>
          <p:nvSpPr>
            <p:cNvPr id="11" name="object 11"/>
            <p:cNvSpPr/>
            <p:nvPr/>
          </p:nvSpPr>
          <p:spPr>
            <a:xfrm>
              <a:off x="0" y="7735823"/>
              <a:ext cx="14630400" cy="494030"/>
            </a:xfrm>
            <a:custGeom>
              <a:avLst/>
              <a:gdLst/>
              <a:ahLst/>
              <a:cxnLst/>
              <a:rect l="l" t="t" r="r" b="b"/>
              <a:pathLst>
                <a:path w="14630400" h="494029">
                  <a:moveTo>
                    <a:pt x="14630400" y="493775"/>
                  </a:moveTo>
                  <a:lnTo>
                    <a:pt x="0" y="493775"/>
                  </a:lnTo>
                  <a:lnTo>
                    <a:pt x="0" y="91440"/>
                  </a:lnTo>
                  <a:lnTo>
                    <a:pt x="7102" y="55881"/>
                  </a:lnTo>
                  <a:lnTo>
                    <a:pt x="26431" y="26908"/>
                  </a:lnTo>
                  <a:lnTo>
                    <a:pt x="55024" y="7340"/>
                  </a:lnTo>
                  <a:lnTo>
                    <a:pt x="89916" y="0"/>
                  </a:lnTo>
                  <a:lnTo>
                    <a:pt x="14630400" y="0"/>
                  </a:lnTo>
                  <a:lnTo>
                    <a:pt x="14630400" y="493775"/>
                  </a:lnTo>
                  <a:close/>
                </a:path>
              </a:pathLst>
            </a:custGeom>
            <a:solidFill>
              <a:srgbClr val="F1EDED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761" y="761"/>
              <a:ext cx="14629130" cy="8228330"/>
            </a:xfrm>
            <a:custGeom>
              <a:avLst/>
              <a:gdLst/>
              <a:ahLst/>
              <a:cxnLst/>
              <a:rect l="l" t="t" r="r" b="b"/>
              <a:pathLst>
                <a:path w="14629130" h="8228330">
                  <a:moveTo>
                    <a:pt x="0" y="0"/>
                  </a:moveTo>
                  <a:lnTo>
                    <a:pt x="14628876" y="0"/>
                  </a:lnTo>
                  <a:lnTo>
                    <a:pt x="14628876" y="8228076"/>
                  </a:lnTo>
                  <a:lnTo>
                    <a:pt x="0" y="8228076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46926" rIns="0" bIns="0" rtlCol="0">
            <a:spAutoFit/>
          </a:bodyPr>
          <a:lstStyle/>
          <a:p>
            <a:pPr marL="306705">
              <a:lnSpc>
                <a:spcPct val="100000"/>
              </a:lnSpc>
              <a:spcBef>
                <a:spcPts val="105"/>
              </a:spcBef>
            </a:pPr>
            <a:r>
              <a:rPr dirty="0"/>
              <a:t>K</a:t>
            </a:r>
            <a:r>
              <a:rPr b="0" dirty="0">
                <a:latin typeface="Arial" panose="020B0604020202020204"/>
                <a:cs typeface="Arial" panose="020B0604020202020204"/>
              </a:rPr>
              <a:t>ế</a:t>
            </a:r>
            <a:r>
              <a:rPr dirty="0"/>
              <a:t>t</a:t>
            </a:r>
            <a:r>
              <a:rPr spc="140" dirty="0"/>
              <a:t> </a:t>
            </a:r>
            <a:r>
              <a:rPr dirty="0"/>
              <a:t>lu</a:t>
            </a:r>
            <a:r>
              <a:rPr b="0" dirty="0">
                <a:latin typeface="Arial" panose="020B0604020202020204"/>
                <a:cs typeface="Arial" panose="020B0604020202020204"/>
              </a:rPr>
              <a:t>ậ</a:t>
            </a:r>
            <a:r>
              <a:rPr dirty="0"/>
              <a:t>n</a:t>
            </a:r>
            <a:r>
              <a:rPr spc="135" dirty="0"/>
              <a:t> </a:t>
            </a:r>
            <a:r>
              <a:rPr spc="270" dirty="0"/>
              <a:t>&amp;</a:t>
            </a:r>
            <a:r>
              <a:rPr spc="145" dirty="0"/>
              <a:t> </a:t>
            </a:r>
            <a:r>
              <a:rPr dirty="0"/>
              <a:t>Đánh</a:t>
            </a:r>
            <a:r>
              <a:rPr spc="145" dirty="0"/>
              <a:t> </a:t>
            </a:r>
            <a:r>
              <a:rPr spc="60" dirty="0"/>
              <a:t>giá</a:t>
            </a:r>
            <a:endParaRPr spc="60" dirty="0"/>
          </a:p>
        </p:txBody>
      </p:sp>
      <p:sp>
        <p:nvSpPr>
          <p:cNvPr id="3" name="object 3"/>
          <p:cNvSpPr/>
          <p:nvPr/>
        </p:nvSpPr>
        <p:spPr>
          <a:xfrm>
            <a:off x="794004" y="2023872"/>
            <a:ext cx="6436360" cy="227329"/>
          </a:xfrm>
          <a:custGeom>
            <a:avLst/>
            <a:gdLst/>
            <a:ahLst/>
            <a:cxnLst/>
            <a:rect l="l" t="t" r="r" b="b"/>
            <a:pathLst>
              <a:path w="6436359" h="227330">
                <a:moveTo>
                  <a:pt x="6402324" y="227075"/>
                </a:moveTo>
                <a:lnTo>
                  <a:pt x="33527" y="227075"/>
                </a:lnTo>
                <a:lnTo>
                  <a:pt x="20452" y="224122"/>
                </a:lnTo>
                <a:lnTo>
                  <a:pt x="9744" y="216631"/>
                </a:lnTo>
                <a:lnTo>
                  <a:pt x="2545" y="205600"/>
                </a:lnTo>
                <a:lnTo>
                  <a:pt x="0" y="192023"/>
                </a:lnTo>
                <a:lnTo>
                  <a:pt x="0" y="33527"/>
                </a:lnTo>
                <a:lnTo>
                  <a:pt x="2545" y="20454"/>
                </a:lnTo>
                <a:lnTo>
                  <a:pt x="9744" y="9748"/>
                </a:lnTo>
                <a:lnTo>
                  <a:pt x="20452" y="2550"/>
                </a:lnTo>
                <a:lnTo>
                  <a:pt x="33527" y="0"/>
                </a:lnTo>
                <a:lnTo>
                  <a:pt x="6402324" y="0"/>
                </a:lnTo>
                <a:lnTo>
                  <a:pt x="6415469" y="2550"/>
                </a:lnTo>
                <a:lnTo>
                  <a:pt x="6426198" y="9748"/>
                </a:lnTo>
                <a:lnTo>
                  <a:pt x="6433372" y="20454"/>
                </a:lnTo>
                <a:lnTo>
                  <a:pt x="6435852" y="33527"/>
                </a:lnTo>
                <a:lnTo>
                  <a:pt x="6435852" y="192023"/>
                </a:lnTo>
                <a:lnTo>
                  <a:pt x="6433372" y="205600"/>
                </a:lnTo>
                <a:lnTo>
                  <a:pt x="6426198" y="216631"/>
                </a:lnTo>
                <a:lnTo>
                  <a:pt x="6415469" y="224122"/>
                </a:lnTo>
                <a:lnTo>
                  <a:pt x="6402324" y="227075"/>
                </a:lnTo>
                <a:close/>
              </a:path>
            </a:pathLst>
          </a:custGeom>
          <a:solidFill>
            <a:srgbClr val="F1EDED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/>
          <p:nvPr/>
        </p:nvSpPr>
        <p:spPr>
          <a:xfrm>
            <a:off x="1007910" y="2472220"/>
            <a:ext cx="4641850" cy="8591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300" b="1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Ho</a:t>
            </a:r>
            <a:r>
              <a:rPr sz="230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ạ</a:t>
            </a:r>
            <a:r>
              <a:rPr sz="2300" b="1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t</a:t>
            </a:r>
            <a:r>
              <a:rPr sz="2300" b="1" spc="110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2300" b="1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đ</a:t>
            </a:r>
            <a:r>
              <a:rPr sz="230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ộ</a:t>
            </a:r>
            <a:r>
              <a:rPr sz="2300" b="1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ng</a:t>
            </a:r>
            <a:r>
              <a:rPr sz="2300" b="1" spc="110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230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ổ</a:t>
            </a:r>
            <a:r>
              <a:rPr sz="2300" b="1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n</a:t>
            </a:r>
            <a:r>
              <a:rPr sz="2300" b="1" spc="110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2300" b="1" spc="-20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đ</a:t>
            </a:r>
            <a:r>
              <a:rPr sz="2300" spc="-2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ị</a:t>
            </a:r>
            <a:r>
              <a:rPr sz="2300" b="1" spc="-20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nh</a:t>
            </a:r>
            <a:endParaRPr sz="2300">
              <a:latin typeface="Palatino Linotype" panose="02040502050505030304"/>
              <a:cs typeface="Palatino Linotype" panose="02040502050505030304"/>
            </a:endParaRPr>
          </a:p>
          <a:p>
            <a:pPr marL="12700">
              <a:lnSpc>
                <a:spcPct val="100000"/>
              </a:lnSpc>
              <a:spcBef>
                <a:spcPts val="1695"/>
              </a:spcBef>
            </a:pP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H</a:t>
            </a:r>
            <a:r>
              <a:rPr sz="175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ệ</a:t>
            </a:r>
            <a:r>
              <a:rPr sz="1750" spc="-15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th</a:t>
            </a:r>
            <a:r>
              <a:rPr sz="175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ố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ng</a:t>
            </a:r>
            <a:r>
              <a:rPr sz="1750" b="1" spc="-1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ch</a:t>
            </a:r>
            <a:r>
              <a:rPr sz="175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ạ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y</a:t>
            </a:r>
            <a:r>
              <a:rPr sz="1750" b="1" spc="-2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m</a:t>
            </a:r>
            <a:r>
              <a:rPr sz="175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ượ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</a:t>
            </a:r>
            <a:r>
              <a:rPr sz="1750" b="1" spc="-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-8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mà</a:t>
            </a:r>
            <a:r>
              <a:rPr sz="1750" b="1" spc="-2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8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trên</a:t>
            </a:r>
            <a:r>
              <a:rPr sz="1750" b="1" spc="-1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nhi</a:t>
            </a:r>
            <a:r>
              <a:rPr sz="175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ề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u</a:t>
            </a:r>
            <a:r>
              <a:rPr sz="1750" b="1" spc="-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10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thi</a:t>
            </a:r>
            <a:r>
              <a:rPr sz="1750" spc="105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ế</a:t>
            </a:r>
            <a:r>
              <a:rPr sz="1750" b="1" spc="10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</a:t>
            </a:r>
            <a:r>
              <a:rPr sz="1750" b="1" spc="-1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-2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b</a:t>
            </a:r>
            <a:r>
              <a:rPr sz="1750" spc="-25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ị</a:t>
            </a:r>
            <a:r>
              <a:rPr sz="1750" b="1" spc="-2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.</a:t>
            </a:r>
            <a:endParaRPr sz="1750">
              <a:latin typeface="Century Gothic" panose="020B0502020202020204"/>
              <a:cs typeface="Century Gothic" panose="020B0502020202020204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7400543" y="1684020"/>
            <a:ext cx="6436360" cy="226060"/>
          </a:xfrm>
          <a:custGeom>
            <a:avLst/>
            <a:gdLst/>
            <a:ahLst/>
            <a:cxnLst/>
            <a:rect l="l" t="t" r="r" b="b"/>
            <a:pathLst>
              <a:path w="6436359" h="226060">
                <a:moveTo>
                  <a:pt x="6402323" y="225551"/>
                </a:moveTo>
                <a:lnTo>
                  <a:pt x="33527" y="225551"/>
                </a:lnTo>
                <a:lnTo>
                  <a:pt x="20382" y="223306"/>
                </a:lnTo>
                <a:lnTo>
                  <a:pt x="9653" y="216207"/>
                </a:lnTo>
                <a:lnTo>
                  <a:pt x="2479" y="205399"/>
                </a:lnTo>
                <a:lnTo>
                  <a:pt x="0" y="192023"/>
                </a:lnTo>
                <a:lnTo>
                  <a:pt x="0" y="33527"/>
                </a:lnTo>
                <a:lnTo>
                  <a:pt x="2479" y="20281"/>
                </a:lnTo>
                <a:lnTo>
                  <a:pt x="9653" y="9515"/>
                </a:lnTo>
                <a:lnTo>
                  <a:pt x="20382" y="2374"/>
                </a:lnTo>
                <a:lnTo>
                  <a:pt x="33527" y="0"/>
                </a:lnTo>
                <a:lnTo>
                  <a:pt x="6402323" y="0"/>
                </a:lnTo>
                <a:lnTo>
                  <a:pt x="6415420" y="2374"/>
                </a:lnTo>
                <a:lnTo>
                  <a:pt x="6426136" y="9515"/>
                </a:lnTo>
                <a:lnTo>
                  <a:pt x="6433327" y="20281"/>
                </a:lnTo>
                <a:lnTo>
                  <a:pt x="6435852" y="33527"/>
                </a:lnTo>
                <a:lnTo>
                  <a:pt x="6435852" y="192023"/>
                </a:lnTo>
                <a:lnTo>
                  <a:pt x="6433327" y="205399"/>
                </a:lnTo>
                <a:lnTo>
                  <a:pt x="6426136" y="216207"/>
                </a:lnTo>
                <a:lnTo>
                  <a:pt x="6415420" y="223306"/>
                </a:lnTo>
                <a:lnTo>
                  <a:pt x="6402323" y="225551"/>
                </a:lnTo>
                <a:close/>
              </a:path>
            </a:pathLst>
          </a:custGeom>
          <a:solidFill>
            <a:srgbClr val="F1EDED"/>
          </a:solidFill>
        </p:spPr>
        <p:txBody>
          <a:bodyPr wrap="square" lIns="0" tIns="0" rIns="0" bIns="0" rtlCol="0"/>
          <a:lstStyle/>
          <a:p/>
        </p:txBody>
      </p:sp>
      <p:sp>
        <p:nvSpPr>
          <p:cNvPr id="6" name="object 6"/>
          <p:cNvSpPr txBox="1"/>
          <p:nvPr/>
        </p:nvSpPr>
        <p:spPr>
          <a:xfrm>
            <a:off x="7614322" y="2132050"/>
            <a:ext cx="4255135" cy="8591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300" b="1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Giao</a:t>
            </a:r>
            <a:r>
              <a:rPr sz="2300" b="1" spc="30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2300" b="1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di</a:t>
            </a:r>
            <a:r>
              <a:rPr sz="230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ệ</a:t>
            </a:r>
            <a:r>
              <a:rPr sz="2300" b="1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n</a:t>
            </a:r>
            <a:r>
              <a:rPr sz="2300" b="1" spc="30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2300" b="1" spc="100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thân</a:t>
            </a:r>
            <a:r>
              <a:rPr sz="2300" b="1" spc="30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2300" b="1" spc="45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thi</a:t>
            </a:r>
            <a:r>
              <a:rPr sz="2300" spc="45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ệ</a:t>
            </a:r>
            <a:r>
              <a:rPr sz="2300" b="1" spc="45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n</a:t>
            </a:r>
            <a:endParaRPr sz="2300">
              <a:latin typeface="Palatino Linotype" panose="02040502050505030304"/>
              <a:cs typeface="Palatino Linotype" panose="02040502050505030304"/>
            </a:endParaRPr>
          </a:p>
          <a:p>
            <a:pPr marL="12700">
              <a:lnSpc>
                <a:spcPct val="100000"/>
              </a:lnSpc>
              <a:spcBef>
                <a:spcPts val="1695"/>
              </a:spcBef>
            </a:pP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D</a:t>
            </a:r>
            <a:r>
              <a:rPr sz="175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ễ</a:t>
            </a:r>
            <a:r>
              <a:rPr sz="1750" spc="-7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750" b="1" spc="6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s</a:t>
            </a:r>
            <a:r>
              <a:rPr sz="1750" spc="65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ử</a:t>
            </a:r>
            <a:r>
              <a:rPr sz="1750" spc="-7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1750" b="1" spc="-4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d</a:t>
            </a:r>
            <a:r>
              <a:rPr sz="1750" spc="-45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ụ</a:t>
            </a:r>
            <a:r>
              <a:rPr sz="1750" b="1" spc="-4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ng,</a:t>
            </a:r>
            <a:r>
              <a:rPr sz="1750" b="1" spc="-8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10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tr</a:t>
            </a:r>
            <a:r>
              <a:rPr sz="1750" spc="10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ả</a:t>
            </a:r>
            <a:r>
              <a:rPr sz="1750" b="1" spc="10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i</a:t>
            </a:r>
            <a:r>
              <a:rPr sz="1750" b="1" spc="-7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-1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nghi</a:t>
            </a:r>
            <a:r>
              <a:rPr sz="1750" spc="-1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ệ</a:t>
            </a:r>
            <a:r>
              <a:rPr sz="1750" b="1" spc="-1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m</a:t>
            </a:r>
            <a:r>
              <a:rPr sz="1750" b="1" spc="-7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-1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ng</a:t>
            </a:r>
            <a:r>
              <a:rPr sz="1750" spc="-1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ườ</a:t>
            </a:r>
            <a:r>
              <a:rPr sz="1750" b="1" spc="-1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i</a:t>
            </a:r>
            <a:r>
              <a:rPr sz="1750" b="1" spc="-7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-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dùng</a:t>
            </a:r>
            <a:r>
              <a:rPr sz="1750" b="1" spc="-7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8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</a:t>
            </a:r>
            <a:r>
              <a:rPr sz="1750" spc="8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ố</a:t>
            </a:r>
            <a:r>
              <a:rPr sz="1750" b="1" spc="8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t.</a:t>
            </a:r>
            <a:endParaRPr sz="1750">
              <a:latin typeface="Century Gothic" panose="020B0502020202020204"/>
              <a:cs typeface="Century Gothic" panose="020B0502020202020204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794004" y="4085844"/>
            <a:ext cx="6436360" cy="227329"/>
          </a:xfrm>
          <a:custGeom>
            <a:avLst/>
            <a:gdLst/>
            <a:ahLst/>
            <a:cxnLst/>
            <a:rect l="l" t="t" r="r" b="b"/>
            <a:pathLst>
              <a:path w="6436359" h="227329">
                <a:moveTo>
                  <a:pt x="6402324" y="227075"/>
                </a:moveTo>
                <a:lnTo>
                  <a:pt x="33527" y="227075"/>
                </a:lnTo>
                <a:lnTo>
                  <a:pt x="20452" y="223963"/>
                </a:lnTo>
                <a:lnTo>
                  <a:pt x="9744" y="216417"/>
                </a:lnTo>
                <a:lnTo>
                  <a:pt x="2545" y="205437"/>
                </a:lnTo>
                <a:lnTo>
                  <a:pt x="0" y="192023"/>
                </a:lnTo>
                <a:lnTo>
                  <a:pt x="0" y="33527"/>
                </a:lnTo>
                <a:lnTo>
                  <a:pt x="2545" y="20295"/>
                </a:lnTo>
                <a:lnTo>
                  <a:pt x="9744" y="9534"/>
                </a:lnTo>
                <a:lnTo>
                  <a:pt x="20452" y="2388"/>
                </a:lnTo>
                <a:lnTo>
                  <a:pt x="33527" y="0"/>
                </a:lnTo>
                <a:lnTo>
                  <a:pt x="6402324" y="0"/>
                </a:lnTo>
                <a:lnTo>
                  <a:pt x="6415469" y="2388"/>
                </a:lnTo>
                <a:lnTo>
                  <a:pt x="6426198" y="9534"/>
                </a:lnTo>
                <a:lnTo>
                  <a:pt x="6433372" y="20295"/>
                </a:lnTo>
                <a:lnTo>
                  <a:pt x="6435852" y="33527"/>
                </a:lnTo>
                <a:lnTo>
                  <a:pt x="6435852" y="192023"/>
                </a:lnTo>
                <a:lnTo>
                  <a:pt x="6433372" y="205437"/>
                </a:lnTo>
                <a:lnTo>
                  <a:pt x="6426198" y="216417"/>
                </a:lnTo>
                <a:lnTo>
                  <a:pt x="6415469" y="223963"/>
                </a:lnTo>
                <a:lnTo>
                  <a:pt x="6402324" y="227075"/>
                </a:lnTo>
                <a:close/>
              </a:path>
            </a:pathLst>
          </a:custGeom>
          <a:solidFill>
            <a:srgbClr val="F1EDED"/>
          </a:solidFill>
        </p:spPr>
        <p:txBody>
          <a:bodyPr wrap="square" lIns="0" tIns="0" rIns="0" bIns="0" rtlCol="0"/>
          <a:lstStyle/>
          <a:p/>
        </p:txBody>
      </p:sp>
      <p:sp>
        <p:nvSpPr>
          <p:cNvPr id="8" name="object 8"/>
          <p:cNvSpPr txBox="1"/>
          <p:nvPr/>
        </p:nvSpPr>
        <p:spPr>
          <a:xfrm>
            <a:off x="1007910" y="4533900"/>
            <a:ext cx="5149850" cy="8591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300" b="1" spc="-60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Đ</a:t>
            </a:r>
            <a:r>
              <a:rPr sz="2300" spc="-6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ầ</a:t>
            </a:r>
            <a:r>
              <a:rPr sz="2300" b="1" spc="-60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y</a:t>
            </a:r>
            <a:r>
              <a:rPr sz="2300" b="1" spc="-5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2300" b="1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đ</a:t>
            </a:r>
            <a:r>
              <a:rPr sz="230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ủ</a:t>
            </a:r>
            <a:r>
              <a:rPr sz="2300" spc="-65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300" b="1" spc="50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ch</a:t>
            </a:r>
            <a:r>
              <a:rPr sz="2300" spc="5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ứ</a:t>
            </a:r>
            <a:r>
              <a:rPr sz="2300" b="1" spc="50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c</a:t>
            </a:r>
            <a:r>
              <a:rPr sz="2300" b="1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2300" b="1" spc="50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năng</a:t>
            </a:r>
            <a:endParaRPr sz="2300">
              <a:latin typeface="Palatino Linotype" panose="02040502050505030304"/>
              <a:cs typeface="Palatino Linotype" panose="02040502050505030304"/>
            </a:endParaRPr>
          </a:p>
          <a:p>
            <a:pPr marL="12700">
              <a:lnSpc>
                <a:spcPct val="100000"/>
              </a:lnSpc>
              <a:spcBef>
                <a:spcPts val="1695"/>
              </a:spcBef>
            </a:pPr>
            <a:r>
              <a:rPr sz="1750" b="1" spc="6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Tìm,</a:t>
            </a:r>
            <a:r>
              <a:rPr sz="1750" b="1" spc="-3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</a:t>
            </a:r>
            <a:r>
              <a:rPr sz="175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ạ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o,</a:t>
            </a:r>
            <a:r>
              <a:rPr sz="1750" b="1" spc="-3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tham</a:t>
            </a:r>
            <a:r>
              <a:rPr sz="1750" b="1" spc="-3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-7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gia,</a:t>
            </a:r>
            <a:r>
              <a:rPr sz="1750" b="1" spc="-3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đánh</a:t>
            </a:r>
            <a:r>
              <a:rPr sz="1750" b="1" spc="-3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-7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giá</a:t>
            </a:r>
            <a:r>
              <a:rPr sz="1750" b="1" spc="-3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9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tr</a:t>
            </a:r>
            <a:r>
              <a:rPr sz="1750" spc="95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ậ</a:t>
            </a:r>
            <a:r>
              <a:rPr sz="1750" b="1" spc="9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n</a:t>
            </a:r>
            <a:r>
              <a:rPr sz="1750" b="1" spc="-2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đ</a:t>
            </a:r>
            <a:r>
              <a:rPr sz="175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ề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u</a:t>
            </a:r>
            <a:r>
              <a:rPr sz="1750" b="1" spc="-2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ho</a:t>
            </a:r>
            <a:r>
              <a:rPr sz="175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ạ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</a:t>
            </a:r>
            <a:r>
              <a:rPr sz="1750" b="1" spc="-3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-1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đ</a:t>
            </a:r>
            <a:r>
              <a:rPr sz="1750" spc="-1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ộ</a:t>
            </a:r>
            <a:r>
              <a:rPr sz="1750" b="1" spc="-1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ng.</a:t>
            </a:r>
            <a:endParaRPr sz="1750">
              <a:latin typeface="Century Gothic" panose="020B0502020202020204"/>
              <a:cs typeface="Century Gothic" panose="020B0502020202020204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7400543" y="3744467"/>
            <a:ext cx="6436360" cy="227329"/>
          </a:xfrm>
          <a:custGeom>
            <a:avLst/>
            <a:gdLst/>
            <a:ahLst/>
            <a:cxnLst/>
            <a:rect l="l" t="t" r="r" b="b"/>
            <a:pathLst>
              <a:path w="6436359" h="227329">
                <a:moveTo>
                  <a:pt x="6402323" y="227076"/>
                </a:moveTo>
                <a:lnTo>
                  <a:pt x="33527" y="227076"/>
                </a:lnTo>
                <a:lnTo>
                  <a:pt x="20382" y="224667"/>
                </a:lnTo>
                <a:lnTo>
                  <a:pt x="9653" y="217517"/>
                </a:lnTo>
                <a:lnTo>
                  <a:pt x="2479" y="206764"/>
                </a:lnTo>
                <a:lnTo>
                  <a:pt x="0" y="193548"/>
                </a:lnTo>
                <a:lnTo>
                  <a:pt x="0" y="35052"/>
                </a:lnTo>
                <a:lnTo>
                  <a:pt x="2479" y="21618"/>
                </a:lnTo>
                <a:lnTo>
                  <a:pt x="9653" y="10634"/>
                </a:lnTo>
                <a:lnTo>
                  <a:pt x="20382" y="3096"/>
                </a:lnTo>
                <a:lnTo>
                  <a:pt x="33527" y="0"/>
                </a:lnTo>
                <a:lnTo>
                  <a:pt x="6402323" y="0"/>
                </a:lnTo>
                <a:lnTo>
                  <a:pt x="6415420" y="3096"/>
                </a:lnTo>
                <a:lnTo>
                  <a:pt x="6426136" y="10634"/>
                </a:lnTo>
                <a:lnTo>
                  <a:pt x="6433327" y="21618"/>
                </a:lnTo>
                <a:lnTo>
                  <a:pt x="6435852" y="35052"/>
                </a:lnTo>
                <a:lnTo>
                  <a:pt x="6435852" y="193548"/>
                </a:lnTo>
                <a:lnTo>
                  <a:pt x="6433327" y="206764"/>
                </a:lnTo>
                <a:lnTo>
                  <a:pt x="6426136" y="217517"/>
                </a:lnTo>
                <a:lnTo>
                  <a:pt x="6415420" y="224667"/>
                </a:lnTo>
                <a:lnTo>
                  <a:pt x="6402323" y="227076"/>
                </a:lnTo>
                <a:close/>
              </a:path>
            </a:pathLst>
          </a:custGeom>
          <a:solidFill>
            <a:srgbClr val="F1EDED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0" name="object 10"/>
          <p:cNvSpPr txBox="1"/>
          <p:nvPr/>
        </p:nvSpPr>
        <p:spPr>
          <a:xfrm>
            <a:off x="7614322" y="4193743"/>
            <a:ext cx="4101465" cy="8591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300" b="1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Ki</a:t>
            </a:r>
            <a:r>
              <a:rPr sz="230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ể</a:t>
            </a:r>
            <a:r>
              <a:rPr sz="2300" b="1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m</a:t>
            </a:r>
            <a:r>
              <a:rPr sz="2300" b="1" spc="10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2300" b="1" spc="70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th</a:t>
            </a:r>
            <a:r>
              <a:rPr sz="2300" spc="7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ử</a:t>
            </a:r>
            <a:r>
              <a:rPr sz="2300" spc="-55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300" b="1" spc="95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thành</a:t>
            </a:r>
            <a:r>
              <a:rPr sz="2300" b="1" spc="10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2300" b="1" spc="40" dirty="0">
                <a:solidFill>
                  <a:srgbClr val="383838"/>
                </a:solidFill>
                <a:latin typeface="Palatino Linotype" panose="02040502050505030304"/>
                <a:cs typeface="Palatino Linotype" panose="02040502050505030304"/>
              </a:rPr>
              <a:t>công</a:t>
            </a:r>
            <a:endParaRPr sz="2300">
              <a:latin typeface="Palatino Linotype" panose="02040502050505030304"/>
              <a:cs typeface="Palatino Linotype" panose="02040502050505030304"/>
            </a:endParaRPr>
          </a:p>
          <a:p>
            <a:pPr marL="12700">
              <a:lnSpc>
                <a:spcPct val="100000"/>
              </a:lnSpc>
              <a:spcBef>
                <a:spcPts val="1695"/>
              </a:spcBef>
            </a:pPr>
            <a:r>
              <a:rPr sz="1750" b="1" spc="-6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Đáp</a:t>
            </a:r>
            <a:r>
              <a:rPr sz="1750" b="1" spc="-4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spc="-4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ứ</a:t>
            </a:r>
            <a:r>
              <a:rPr sz="1750" b="1" spc="-4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ng</a:t>
            </a:r>
            <a:r>
              <a:rPr sz="1750" b="1" spc="-3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15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</a:t>
            </a:r>
            <a:r>
              <a:rPr sz="1750" spc="15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ố</a:t>
            </a:r>
            <a:r>
              <a:rPr sz="1750" b="1" spc="15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</a:t>
            </a:r>
            <a:r>
              <a:rPr sz="1750" b="1" spc="-3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-10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các</a:t>
            </a:r>
            <a:r>
              <a:rPr sz="1750" b="1" spc="-4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tr</a:t>
            </a:r>
            <a:r>
              <a:rPr sz="175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ườ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ng</a:t>
            </a:r>
            <a:r>
              <a:rPr sz="1750" b="1" spc="-3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h</a:t>
            </a:r>
            <a:r>
              <a:rPr sz="175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ợ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p</a:t>
            </a:r>
            <a:r>
              <a:rPr sz="1750" b="1" spc="-45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ki</a:t>
            </a:r>
            <a:r>
              <a:rPr sz="175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ể</a:t>
            </a:r>
            <a:r>
              <a:rPr sz="1750" b="1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m</a:t>
            </a:r>
            <a:r>
              <a:rPr sz="1750" b="1" spc="-4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 </a:t>
            </a:r>
            <a:r>
              <a:rPr sz="1750" b="1" spc="-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th</a:t>
            </a:r>
            <a:r>
              <a:rPr sz="1750" spc="-20" dirty="0">
                <a:solidFill>
                  <a:srgbClr val="383838"/>
                </a:solidFill>
                <a:latin typeface="Arial" panose="020B0604020202020204"/>
                <a:cs typeface="Arial" panose="020B0604020202020204"/>
              </a:rPr>
              <a:t>ử</a:t>
            </a:r>
            <a:r>
              <a:rPr sz="1750" b="1" spc="-20" dirty="0">
                <a:solidFill>
                  <a:srgbClr val="383838"/>
                </a:solidFill>
                <a:latin typeface="Century Gothic" panose="020B0502020202020204"/>
                <a:cs typeface="Century Gothic" panose="020B0502020202020204"/>
              </a:rPr>
              <a:t>.</a:t>
            </a:r>
            <a:endParaRPr sz="1750">
              <a:latin typeface="Century Gothic" panose="020B0502020202020204"/>
              <a:cs typeface="Century Gothic" panose="020B0502020202020204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781088" y="5757379"/>
            <a:ext cx="4992370" cy="1459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4650" b="1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H</a:t>
            </a:r>
            <a:r>
              <a:rPr sz="4650" dirty="0">
                <a:solidFill>
                  <a:srgbClr val="020202"/>
                </a:solidFill>
                <a:latin typeface="Arial" panose="020B0604020202020204"/>
                <a:cs typeface="Arial" panose="020B0604020202020204"/>
              </a:rPr>
              <a:t>ướ</a:t>
            </a:r>
            <a:r>
              <a:rPr sz="4650" b="1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ng</a:t>
            </a:r>
            <a:r>
              <a:rPr sz="4650" b="1" spc="5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4650" b="1" spc="155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phát</a:t>
            </a:r>
            <a:r>
              <a:rPr sz="4650" b="1" spc="10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4650" b="1" spc="95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tri</a:t>
            </a:r>
            <a:r>
              <a:rPr sz="4650" spc="95" dirty="0">
                <a:solidFill>
                  <a:srgbClr val="020202"/>
                </a:solidFill>
                <a:latin typeface="Arial" panose="020B0604020202020204"/>
                <a:cs typeface="Arial" panose="020B0604020202020204"/>
              </a:rPr>
              <a:t>ể</a:t>
            </a:r>
            <a:r>
              <a:rPr sz="4650" b="1" spc="95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n</a:t>
            </a:r>
            <a:endParaRPr sz="4650">
              <a:latin typeface="Palatino Linotype" panose="02040502050505030304"/>
              <a:cs typeface="Palatino Linotype" panose="02040502050505030304"/>
            </a:endParaRPr>
          </a:p>
          <a:p>
            <a:pPr marL="355600" indent="-342900">
              <a:lnSpc>
                <a:spcPct val="100000"/>
              </a:lnSpc>
              <a:spcBef>
                <a:spcPts val="2940"/>
              </a:spcBef>
              <a:buFont typeface="Arial" panose="020B0604020202020204"/>
              <a:buChar char="•"/>
              <a:tabLst>
                <a:tab pos="355600" algn="l"/>
                <a:tab pos="3245485" algn="l"/>
                <a:tab pos="3588385" algn="l"/>
              </a:tabLst>
            </a:pPr>
            <a:r>
              <a:rPr sz="2300" dirty="0">
                <a:latin typeface="Calibri" panose="020F0502020204030204"/>
                <a:cs typeface="Calibri" panose="020F0502020204030204"/>
              </a:rPr>
              <a:t>Ứng</a:t>
            </a:r>
            <a:r>
              <a:rPr sz="2300" spc="-65" dirty="0">
                <a:latin typeface="Calibri" panose="020F0502020204030204"/>
                <a:cs typeface="Calibri" panose="020F0502020204030204"/>
              </a:rPr>
              <a:t> </a:t>
            </a:r>
            <a:r>
              <a:rPr sz="2300" dirty="0">
                <a:latin typeface="Calibri" panose="020F0502020204030204"/>
                <a:cs typeface="Calibri" panose="020F0502020204030204"/>
              </a:rPr>
              <a:t>dụng</a:t>
            </a:r>
            <a:r>
              <a:rPr sz="2300" spc="-65" dirty="0">
                <a:latin typeface="Calibri" panose="020F0502020204030204"/>
                <a:cs typeface="Calibri" panose="020F0502020204030204"/>
              </a:rPr>
              <a:t> </a:t>
            </a:r>
            <a:r>
              <a:rPr sz="2300" dirty="0">
                <a:latin typeface="Calibri" panose="020F0502020204030204"/>
                <a:cs typeface="Calibri" panose="020F0502020204030204"/>
              </a:rPr>
              <a:t>di</a:t>
            </a:r>
            <a:r>
              <a:rPr sz="2300" spc="-65" dirty="0">
                <a:latin typeface="Calibri" panose="020F0502020204030204"/>
                <a:cs typeface="Calibri" panose="020F0502020204030204"/>
              </a:rPr>
              <a:t> </a:t>
            </a:r>
            <a:r>
              <a:rPr sz="2300" spc="-20" dirty="0">
                <a:latin typeface="Calibri" panose="020F0502020204030204"/>
                <a:cs typeface="Calibri" panose="020F0502020204030204"/>
              </a:rPr>
              <a:t>dộng</a:t>
            </a:r>
            <a:r>
              <a:rPr sz="2300" dirty="0">
                <a:latin typeface="Calibri" panose="020F0502020204030204"/>
                <a:cs typeface="Calibri" panose="020F0502020204030204"/>
              </a:rPr>
              <a:t>	</a:t>
            </a:r>
            <a:r>
              <a:rPr sz="3450" spc="-75" baseline="1000" dirty="0">
                <a:latin typeface="Arial" panose="020B0604020202020204"/>
                <a:cs typeface="Arial" panose="020B0604020202020204"/>
              </a:rPr>
              <a:t>•</a:t>
            </a:r>
            <a:r>
              <a:rPr sz="3450" baseline="1000" dirty="0">
                <a:latin typeface="Arial" panose="020B0604020202020204"/>
                <a:cs typeface="Arial" panose="020B0604020202020204"/>
              </a:rPr>
              <a:t>	</a:t>
            </a:r>
            <a:r>
              <a:rPr sz="3450" baseline="1000" dirty="0">
                <a:latin typeface="Calibri" panose="020F0502020204030204"/>
                <a:cs typeface="Calibri" panose="020F0502020204030204"/>
              </a:rPr>
              <a:t>Tích</a:t>
            </a:r>
            <a:r>
              <a:rPr sz="3450" spc="-67" baseline="1000" dirty="0">
                <a:latin typeface="Calibri" panose="020F0502020204030204"/>
                <a:cs typeface="Calibri" panose="020F0502020204030204"/>
              </a:rPr>
              <a:t> </a:t>
            </a:r>
            <a:r>
              <a:rPr sz="3450" baseline="1000" dirty="0">
                <a:latin typeface="Calibri" panose="020F0502020204030204"/>
                <a:cs typeface="Calibri" panose="020F0502020204030204"/>
              </a:rPr>
              <a:t>hợp</a:t>
            </a:r>
            <a:r>
              <a:rPr sz="3450" spc="-60" baseline="1000" dirty="0">
                <a:latin typeface="Calibri" panose="020F0502020204030204"/>
                <a:cs typeface="Calibri" panose="020F0502020204030204"/>
              </a:rPr>
              <a:t> </a:t>
            </a:r>
            <a:r>
              <a:rPr sz="3450" spc="-37" baseline="1000" dirty="0">
                <a:latin typeface="Calibri" panose="020F0502020204030204"/>
                <a:cs typeface="Calibri" panose="020F0502020204030204"/>
              </a:rPr>
              <a:t>AI</a:t>
            </a:r>
            <a:endParaRPr sz="3450" baseline="10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0" y="761"/>
            <a:ext cx="14630400" cy="8228965"/>
            <a:chOff x="0" y="761"/>
            <a:chExt cx="14630400" cy="8228965"/>
          </a:xfrm>
        </p:grpSpPr>
        <p:sp>
          <p:nvSpPr>
            <p:cNvPr id="13" name="object 13"/>
            <p:cNvSpPr/>
            <p:nvPr/>
          </p:nvSpPr>
          <p:spPr>
            <a:xfrm>
              <a:off x="0" y="7735823"/>
              <a:ext cx="14630400" cy="494030"/>
            </a:xfrm>
            <a:custGeom>
              <a:avLst/>
              <a:gdLst/>
              <a:ahLst/>
              <a:cxnLst/>
              <a:rect l="l" t="t" r="r" b="b"/>
              <a:pathLst>
                <a:path w="14630400" h="494029">
                  <a:moveTo>
                    <a:pt x="14630400" y="493775"/>
                  </a:moveTo>
                  <a:lnTo>
                    <a:pt x="0" y="493775"/>
                  </a:lnTo>
                  <a:lnTo>
                    <a:pt x="0" y="91440"/>
                  </a:lnTo>
                  <a:lnTo>
                    <a:pt x="7102" y="55881"/>
                  </a:lnTo>
                  <a:lnTo>
                    <a:pt x="26431" y="26908"/>
                  </a:lnTo>
                  <a:lnTo>
                    <a:pt x="55024" y="7340"/>
                  </a:lnTo>
                  <a:lnTo>
                    <a:pt x="89916" y="0"/>
                  </a:lnTo>
                  <a:lnTo>
                    <a:pt x="14630400" y="0"/>
                  </a:lnTo>
                  <a:lnTo>
                    <a:pt x="14630400" y="493775"/>
                  </a:lnTo>
                  <a:close/>
                </a:path>
              </a:pathLst>
            </a:custGeom>
            <a:solidFill>
              <a:srgbClr val="F1EDED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4" name="object 14"/>
            <p:cNvSpPr/>
            <p:nvPr/>
          </p:nvSpPr>
          <p:spPr>
            <a:xfrm>
              <a:off x="761" y="761"/>
              <a:ext cx="14629130" cy="8228330"/>
            </a:xfrm>
            <a:custGeom>
              <a:avLst/>
              <a:gdLst/>
              <a:ahLst/>
              <a:cxnLst/>
              <a:rect l="l" t="t" r="r" b="b"/>
              <a:pathLst>
                <a:path w="14629130" h="8228330">
                  <a:moveTo>
                    <a:pt x="0" y="0"/>
                  </a:moveTo>
                  <a:lnTo>
                    <a:pt x="14628876" y="0"/>
                  </a:lnTo>
                  <a:lnTo>
                    <a:pt x="14628876" y="8228076"/>
                  </a:lnTo>
                  <a:lnTo>
                    <a:pt x="0" y="8228076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35318" y="5349075"/>
            <a:ext cx="8413115" cy="147828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819150" marR="5080" indent="-806450">
              <a:lnSpc>
                <a:spcPts val="5850"/>
              </a:lnSpc>
            </a:pPr>
            <a:r>
              <a:rPr sz="4650" b="1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Chúng</a:t>
            </a:r>
            <a:r>
              <a:rPr sz="4650" b="1" spc="90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4650" b="1" spc="140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em</a:t>
            </a:r>
            <a:r>
              <a:rPr sz="4650" b="1" spc="90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4650" b="1" spc="130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xin</a:t>
            </a:r>
            <a:r>
              <a:rPr sz="4650" b="1" spc="85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4650" b="1" spc="95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c</a:t>
            </a:r>
            <a:r>
              <a:rPr sz="4650" spc="95" dirty="0">
                <a:solidFill>
                  <a:srgbClr val="020202"/>
                </a:solidFill>
                <a:latin typeface="Arial" panose="020B0604020202020204"/>
                <a:cs typeface="Arial" panose="020B0604020202020204"/>
              </a:rPr>
              <a:t>ả</a:t>
            </a:r>
            <a:r>
              <a:rPr sz="4650" b="1" spc="95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m</a:t>
            </a:r>
            <a:r>
              <a:rPr sz="4650" b="1" spc="90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4650" spc="65" dirty="0">
                <a:solidFill>
                  <a:srgbClr val="020202"/>
                </a:solidFill>
                <a:latin typeface="Arial" panose="020B0604020202020204"/>
                <a:cs typeface="Arial" panose="020B0604020202020204"/>
              </a:rPr>
              <a:t>ơ</a:t>
            </a:r>
            <a:r>
              <a:rPr sz="4650" b="1" spc="65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n</a:t>
            </a:r>
            <a:r>
              <a:rPr sz="4650" b="1" spc="90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4650" b="1" spc="55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th</a:t>
            </a:r>
            <a:r>
              <a:rPr sz="4650" spc="55" dirty="0">
                <a:solidFill>
                  <a:srgbClr val="020202"/>
                </a:solidFill>
                <a:latin typeface="Arial" panose="020B0604020202020204"/>
                <a:cs typeface="Arial" panose="020B0604020202020204"/>
              </a:rPr>
              <a:t>ầ</a:t>
            </a:r>
            <a:r>
              <a:rPr sz="4650" b="1" spc="55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y</a:t>
            </a:r>
            <a:r>
              <a:rPr sz="4650" b="1" spc="85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4650" b="1" spc="140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cô </a:t>
            </a:r>
            <a:r>
              <a:rPr sz="4650" b="1" spc="70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và</a:t>
            </a:r>
            <a:r>
              <a:rPr sz="4650" b="1" spc="114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4650" b="1" spc="204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các</a:t>
            </a:r>
            <a:r>
              <a:rPr sz="4650" b="1" spc="120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4650" b="1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b</a:t>
            </a:r>
            <a:r>
              <a:rPr sz="4650" dirty="0">
                <a:solidFill>
                  <a:srgbClr val="020202"/>
                </a:solidFill>
                <a:latin typeface="Arial" panose="020B0604020202020204"/>
                <a:cs typeface="Arial" panose="020B0604020202020204"/>
              </a:rPr>
              <a:t>ạ</a:t>
            </a:r>
            <a:r>
              <a:rPr sz="4650" b="1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n</a:t>
            </a:r>
            <a:r>
              <a:rPr sz="4650" b="1" spc="120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4650" b="1" spc="95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đã</a:t>
            </a:r>
            <a:r>
              <a:rPr sz="4650" b="1" spc="120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4650" b="1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l</a:t>
            </a:r>
            <a:r>
              <a:rPr sz="4650" dirty="0">
                <a:solidFill>
                  <a:srgbClr val="020202"/>
                </a:solidFill>
                <a:latin typeface="Arial" panose="020B0604020202020204"/>
                <a:cs typeface="Arial" panose="020B0604020202020204"/>
              </a:rPr>
              <a:t>ắ</a:t>
            </a:r>
            <a:r>
              <a:rPr sz="4650" b="1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ng</a:t>
            </a:r>
            <a:r>
              <a:rPr sz="4650" b="1" spc="120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 </a:t>
            </a:r>
            <a:r>
              <a:rPr sz="4650" b="1" spc="135" dirty="0">
                <a:solidFill>
                  <a:srgbClr val="020202"/>
                </a:solidFill>
                <a:latin typeface="Palatino Linotype" panose="02040502050505030304"/>
                <a:cs typeface="Palatino Linotype" panose="02040502050505030304"/>
              </a:rPr>
              <a:t>nghe!</a:t>
            </a:r>
            <a:endParaRPr sz="4650">
              <a:latin typeface="Palatino Linotype" panose="02040502050505030304"/>
              <a:cs typeface="Palatino Linotype" panose="02040502050505030304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0" y="0"/>
            <a:ext cx="14630400" cy="8229600"/>
            <a:chOff x="0" y="0"/>
            <a:chExt cx="14630400" cy="8229600"/>
          </a:xfrm>
        </p:grpSpPr>
        <p:pic>
          <p:nvPicPr>
            <p:cNvPr id="4" name="object 4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0" y="0"/>
              <a:ext cx="5910072" cy="4698492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144000" y="0"/>
              <a:ext cx="5486400" cy="8229600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0" y="7735823"/>
              <a:ext cx="14630400" cy="494030"/>
            </a:xfrm>
            <a:custGeom>
              <a:avLst/>
              <a:gdLst/>
              <a:ahLst/>
              <a:cxnLst/>
              <a:rect l="l" t="t" r="r" b="b"/>
              <a:pathLst>
                <a:path w="14630400" h="494029">
                  <a:moveTo>
                    <a:pt x="14630400" y="493775"/>
                  </a:moveTo>
                  <a:lnTo>
                    <a:pt x="0" y="493775"/>
                  </a:lnTo>
                  <a:lnTo>
                    <a:pt x="0" y="91440"/>
                  </a:lnTo>
                  <a:lnTo>
                    <a:pt x="7102" y="55881"/>
                  </a:lnTo>
                  <a:lnTo>
                    <a:pt x="26431" y="26908"/>
                  </a:lnTo>
                  <a:lnTo>
                    <a:pt x="55024" y="7340"/>
                  </a:lnTo>
                  <a:lnTo>
                    <a:pt x="89916" y="0"/>
                  </a:lnTo>
                  <a:lnTo>
                    <a:pt x="14630400" y="0"/>
                  </a:lnTo>
                  <a:lnTo>
                    <a:pt x="14630400" y="493775"/>
                  </a:lnTo>
                  <a:close/>
                </a:path>
              </a:pathLst>
            </a:custGeom>
            <a:solidFill>
              <a:srgbClr val="F1EDED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761" y="761"/>
              <a:ext cx="14629130" cy="8228330"/>
            </a:xfrm>
            <a:custGeom>
              <a:avLst/>
              <a:gdLst/>
              <a:ahLst/>
              <a:cxnLst/>
              <a:rect l="l" t="t" r="r" b="b"/>
              <a:pathLst>
                <a:path w="14629130" h="8228330">
                  <a:moveTo>
                    <a:pt x="0" y="0"/>
                  </a:moveTo>
                  <a:lnTo>
                    <a:pt x="14628876" y="0"/>
                  </a:lnTo>
                  <a:lnTo>
                    <a:pt x="14628876" y="8228076"/>
                  </a:lnTo>
                  <a:lnTo>
                    <a:pt x="0" y="8228076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2966</Words>
  <Application>WPS Presentation</Application>
  <PresentationFormat>Custom</PresentationFormat>
  <Paragraphs>178</Paragraphs>
  <Slides>21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31" baseType="lpstr">
      <vt:lpstr>Arial</vt:lpstr>
      <vt:lpstr>SimSun</vt:lpstr>
      <vt:lpstr>Wingdings</vt:lpstr>
      <vt:lpstr>Palatino Linotype</vt:lpstr>
      <vt:lpstr>Century Gothic</vt:lpstr>
      <vt:lpstr>Arial</vt:lpstr>
      <vt:lpstr>Calibri</vt:lpstr>
      <vt:lpstr>Microsoft YaHei</vt:lpstr>
      <vt:lpstr>Arial Unicode MS</vt:lpstr>
      <vt:lpstr>Office Theme</vt:lpstr>
      <vt:lpstr>PowerPoint 演示文稿</vt:lpstr>
      <vt:lpstr>Tổng quan</vt:lpstr>
      <vt:lpstr>Khảo sát hệ thống</vt:lpstr>
      <vt:lpstr>Khảo sát hệ thống</vt:lpstr>
      <vt:lpstr>Phân tích hệ thống</vt:lpstr>
      <vt:lpstr>Thông tin vào</vt:lpstr>
      <vt:lpstr>Thông tin ra</vt:lpstr>
      <vt:lpstr>Phân tích hệ thống</vt:lpstr>
      <vt:lpstr>Sơ đồ usecase</vt:lpstr>
      <vt:lpstr>Sơ đồ Lớp</vt:lpstr>
      <vt:lpstr>Biểu đồ Trạng thái đăng nhập</vt:lpstr>
      <vt:lpstr>tìm trận</vt:lpstr>
      <vt:lpstr>Biểu đồ Trạng thái phê duyệt của chủ sân</vt:lpstr>
      <vt:lpstr>Biểu đồ Hoạt động</vt:lpstr>
      <vt:lpstr>Biểu đồ Hoạt động</vt:lpstr>
      <vt:lpstr>Thiết kế hệ thống</vt:lpstr>
      <vt:lpstr>Thiết kế hệ thống</vt:lpstr>
      <vt:lpstr>Thiết kế hệ thống</vt:lpstr>
      <vt:lpstr>Cài đặt và kiểm thử</vt:lpstr>
      <vt:lpstr>Kết luận &amp; Đánh giá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</dc:creator>
  <cp:lastModifiedBy>KIENDEPTRAI</cp:lastModifiedBy>
  <cp:revision>2</cp:revision>
  <dcterms:created xsi:type="dcterms:W3CDTF">2025-11-04T08:47:00Z</dcterms:created>
  <dcterms:modified xsi:type="dcterms:W3CDTF">2025-11-20T07:59:52Z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2025-06-12T07:00:00Z</vt:filetime>
  </property>
  <property fmtid="{D5CDD505-2E9C-101B-9397-08002B2CF9AE}" pid="3" name="Creator">
    <vt:lpwstr>WPS Presentation</vt:lpwstr>
  </property>
  <property fmtid="{D5CDD505-2E9C-101B-9397-08002B2CF9AE}" pid="4" name="LastSaved">
    <vt:filetime>2025-11-04T07:00:00Z</vt:filetime>
  </property>
  <property fmtid="{D5CDD505-2E9C-101B-9397-08002B2CF9AE}" pid="5" name="Producer">
    <vt:lpwstr>3-Heights(TM) PDF Security Shell 4.8.25.2 (http://www.pdf-tools.com)</vt:lpwstr>
  </property>
  <property fmtid="{D5CDD505-2E9C-101B-9397-08002B2CF9AE}" pid="6" name="SourceModified">
    <vt:lpwstr>D:20250612005211+07'00'</vt:lpwstr>
  </property>
  <property fmtid="{D5CDD505-2E9C-101B-9397-08002B2CF9AE}" pid="7" name="ICV">
    <vt:lpwstr>BFAF44FEA4374ADD9D9A7B5D48211FBB_12</vt:lpwstr>
  </property>
  <property fmtid="{D5CDD505-2E9C-101B-9397-08002B2CF9AE}" pid="8" name="KSOProductBuildVer">
    <vt:lpwstr>1033-12.2.0.23155</vt:lpwstr>
  </property>
</Properties>
</file>